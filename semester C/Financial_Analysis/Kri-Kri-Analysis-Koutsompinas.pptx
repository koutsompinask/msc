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42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1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58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Developer\MSC\semester%20C\Financial_Analysis\Kri-Kri-Data-Analysis-Koutsompina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Developer\MSC\semester%20C\Financial_Analysis\Kri-Kri-Data-Analysis-Koutsompina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Developer\MSC\semester%20C\Financial_Analysis\Kri-Kri-Data-Analysis-Koutsompina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Developer\MSC\semester%20C\Financial_Analysis\Kri-Kri-Data-Analysis-Koutsompina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Developer\MSC\semester%20C\Financial_Analysis\Kri-Kri-Data-Analysis-Koutsompina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Developer\MSC\semester%20C\Financial_Analysis\Kri-Kri-Data-Analysis-Koutsompina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dirty="0"/>
              <a:t>Beta 6-Year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Y</c:v>
          </c:tx>
          <c:spPr>
            <a:ln w="25400" cap="rnd">
              <a:noFill/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 cap="rnd">
                <a:solidFill>
                  <a:schemeClr val="accent1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</c:marker>
          <c:xVal>
            <c:numRef>
              <c:f>'Kri-Kri Milk Stock Price Histor'!$E$2:$E$365</c:f>
              <c:numCache>
                <c:formatCode>0.00%</c:formatCode>
                <c:ptCount val="364"/>
                <c:pt idx="0">
                  <c:v>3.8E-3</c:v>
                </c:pt>
                <c:pt idx="1">
                  <c:v>1.15E-2</c:v>
                </c:pt>
                <c:pt idx="2">
                  <c:v>1.54E-2</c:v>
                </c:pt>
                <c:pt idx="3">
                  <c:v>-3.9800000000000002E-2</c:v>
                </c:pt>
                <c:pt idx="4">
                  <c:v>0</c:v>
                </c:pt>
                <c:pt idx="5">
                  <c:v>1.2500000000000001E-2</c:v>
                </c:pt>
                <c:pt idx="6">
                  <c:v>-3.1699999999999999E-2</c:v>
                </c:pt>
                <c:pt idx="7">
                  <c:v>-0.19339999999999999</c:v>
                </c:pt>
                <c:pt idx="8">
                  <c:v>-4.9399999999999999E-2</c:v>
                </c:pt>
                <c:pt idx="9">
                  <c:v>-0.19389999999999999</c:v>
                </c:pt>
                <c:pt idx="10">
                  <c:v>5.7000000000000002E-3</c:v>
                </c:pt>
                <c:pt idx="11">
                  <c:v>-7.7000000000000002E-3</c:v>
                </c:pt>
                <c:pt idx="12">
                  <c:v>-1.84E-2</c:v>
                </c:pt>
                <c:pt idx="13">
                  <c:v>0.1231</c:v>
                </c:pt>
                <c:pt idx="14">
                  <c:v>-8.9999999999999998E-4</c:v>
                </c:pt>
                <c:pt idx="15">
                  <c:v>-5.9999999999999995E-4</c:v>
                </c:pt>
                <c:pt idx="16">
                  <c:v>3.5999999999999997E-2</c:v>
                </c:pt>
                <c:pt idx="17">
                  <c:v>-3.85E-2</c:v>
                </c:pt>
                <c:pt idx="18">
                  <c:v>-1.7899999999999999E-2</c:v>
                </c:pt>
                <c:pt idx="19">
                  <c:v>2.69E-2</c:v>
                </c:pt>
                <c:pt idx="20">
                  <c:v>7.1199999999999999E-2</c:v>
                </c:pt>
                <c:pt idx="21">
                  <c:v>4.7300000000000002E-2</c:v>
                </c:pt>
                <c:pt idx="22">
                  <c:v>-5.3600000000000002E-2</c:v>
                </c:pt>
                <c:pt idx="23">
                  <c:v>3.3300000000000003E-2</c:v>
                </c:pt>
                <c:pt idx="24">
                  <c:v>-3.95E-2</c:v>
                </c:pt>
                <c:pt idx="25">
                  <c:v>2.5899999999999999E-2</c:v>
                </c:pt>
                <c:pt idx="26">
                  <c:v>-3.8800000000000001E-2</c:v>
                </c:pt>
                <c:pt idx="27">
                  <c:v>1.34E-2</c:v>
                </c:pt>
                <c:pt idx="28">
                  <c:v>-1.12E-2</c:v>
                </c:pt>
                <c:pt idx="29">
                  <c:v>-2.63E-2</c:v>
                </c:pt>
                <c:pt idx="30">
                  <c:v>2.4299999999999999E-2</c:v>
                </c:pt>
                <c:pt idx="31">
                  <c:v>2.8E-3</c:v>
                </c:pt>
                <c:pt idx="32">
                  <c:v>-1.6999999999999999E-3</c:v>
                </c:pt>
                <c:pt idx="33">
                  <c:v>1.9E-3</c:v>
                </c:pt>
                <c:pt idx="34">
                  <c:v>7.6E-3</c:v>
                </c:pt>
                <c:pt idx="35">
                  <c:v>-5.1000000000000004E-3</c:v>
                </c:pt>
                <c:pt idx="36">
                  <c:v>3.5400000000000001E-2</c:v>
                </c:pt>
                <c:pt idx="37">
                  <c:v>-6.1699999999999998E-2</c:v>
                </c:pt>
                <c:pt idx="38">
                  <c:v>1.26E-2</c:v>
                </c:pt>
                <c:pt idx="39">
                  <c:v>4.1200000000000001E-2</c:v>
                </c:pt>
                <c:pt idx="40">
                  <c:v>-4.8000000000000001E-2</c:v>
                </c:pt>
                <c:pt idx="41">
                  <c:v>-1.2699999999999999E-2</c:v>
                </c:pt>
                <c:pt idx="42">
                  <c:v>-6.9900000000000004E-2</c:v>
                </c:pt>
                <c:pt idx="43">
                  <c:v>3.27E-2</c:v>
                </c:pt>
                <c:pt idx="44">
                  <c:v>0.1149</c:v>
                </c:pt>
                <c:pt idx="45">
                  <c:v>6.6799999999999998E-2</c:v>
                </c:pt>
                <c:pt idx="46">
                  <c:v>5.3100000000000001E-2</c:v>
                </c:pt>
                <c:pt idx="47">
                  <c:v>6.5600000000000006E-2</c:v>
                </c:pt>
                <c:pt idx="48">
                  <c:v>-7.4999999999999997E-3</c:v>
                </c:pt>
                <c:pt idx="49">
                  <c:v>2.7E-2</c:v>
                </c:pt>
                <c:pt idx="50">
                  <c:v>-1.5699999999999999E-2</c:v>
                </c:pt>
                <c:pt idx="51">
                  <c:v>2.7300000000000001E-2</c:v>
                </c:pt>
                <c:pt idx="52">
                  <c:v>1.2699999999999999E-2</c:v>
                </c:pt>
                <c:pt idx="53">
                  <c:v>-3.56E-2</c:v>
                </c:pt>
                <c:pt idx="54">
                  <c:v>-1.41E-2</c:v>
                </c:pt>
                <c:pt idx="55">
                  <c:v>-3.7900000000000003E-2</c:v>
                </c:pt>
                <c:pt idx="56">
                  <c:v>2.0199999999999999E-2</c:v>
                </c:pt>
                <c:pt idx="57">
                  <c:v>1.4999999999999999E-2</c:v>
                </c:pt>
                <c:pt idx="58">
                  <c:v>6.8999999999999999E-3</c:v>
                </c:pt>
                <c:pt idx="59">
                  <c:v>1.4E-2</c:v>
                </c:pt>
                <c:pt idx="60">
                  <c:v>4.1200000000000001E-2</c:v>
                </c:pt>
                <c:pt idx="61">
                  <c:v>0.03</c:v>
                </c:pt>
                <c:pt idx="62">
                  <c:v>-1.9699999999999999E-2</c:v>
                </c:pt>
                <c:pt idx="63">
                  <c:v>2.2499999999999999E-2</c:v>
                </c:pt>
                <c:pt idx="64">
                  <c:v>2.75E-2</c:v>
                </c:pt>
                <c:pt idx="65">
                  <c:v>1.8800000000000001E-2</c:v>
                </c:pt>
                <c:pt idx="66">
                  <c:v>7.7999999999999996E-3</c:v>
                </c:pt>
                <c:pt idx="67">
                  <c:v>1.1000000000000001E-3</c:v>
                </c:pt>
                <c:pt idx="68">
                  <c:v>1.2E-2</c:v>
                </c:pt>
                <c:pt idx="69">
                  <c:v>-1.47E-2</c:v>
                </c:pt>
                <c:pt idx="70">
                  <c:v>1.12E-2</c:v>
                </c:pt>
                <c:pt idx="71">
                  <c:v>-4.36E-2</c:v>
                </c:pt>
                <c:pt idx="72">
                  <c:v>2.3099999999999999E-2</c:v>
                </c:pt>
                <c:pt idx="73">
                  <c:v>1.5800000000000002E-2</c:v>
                </c:pt>
                <c:pt idx="74">
                  <c:v>2.69E-2</c:v>
                </c:pt>
                <c:pt idx="75">
                  <c:v>-2.1899999999999999E-2</c:v>
                </c:pt>
                <c:pt idx="76">
                  <c:v>2.3999999999999998E-3</c:v>
                </c:pt>
                <c:pt idx="77">
                  <c:v>-2.3199999999999998E-2</c:v>
                </c:pt>
                <c:pt idx="78">
                  <c:v>-1.4E-2</c:v>
                </c:pt>
                <c:pt idx="79">
                  <c:v>-8.5000000000000006E-3</c:v>
                </c:pt>
                <c:pt idx="80">
                  <c:v>-2.7000000000000001E-3</c:v>
                </c:pt>
                <c:pt idx="81">
                  <c:v>2.76E-2</c:v>
                </c:pt>
                <c:pt idx="82">
                  <c:v>5.8999999999999999E-3</c:v>
                </c:pt>
                <c:pt idx="83">
                  <c:v>2E-3</c:v>
                </c:pt>
                <c:pt idx="84">
                  <c:v>-1.3599999999999999E-2</c:v>
                </c:pt>
                <c:pt idx="85">
                  <c:v>3.5400000000000001E-2</c:v>
                </c:pt>
                <c:pt idx="86">
                  <c:v>6.9999999999999999E-4</c:v>
                </c:pt>
                <c:pt idx="87">
                  <c:v>-1.52E-2</c:v>
                </c:pt>
                <c:pt idx="88">
                  <c:v>1.2999999999999999E-2</c:v>
                </c:pt>
                <c:pt idx="89">
                  <c:v>-4.3499999999999997E-2</c:v>
                </c:pt>
                <c:pt idx="90">
                  <c:v>-2.3E-3</c:v>
                </c:pt>
                <c:pt idx="91">
                  <c:v>2.47E-2</c:v>
                </c:pt>
                <c:pt idx="92">
                  <c:v>2.3999999999999998E-3</c:v>
                </c:pt>
                <c:pt idx="93">
                  <c:v>1.15E-2</c:v>
                </c:pt>
                <c:pt idx="94">
                  <c:v>-7.7000000000000002E-3</c:v>
                </c:pt>
                <c:pt idx="95">
                  <c:v>9.7999999999999997E-3</c:v>
                </c:pt>
                <c:pt idx="96">
                  <c:v>7.7999999999999996E-3</c:v>
                </c:pt>
                <c:pt idx="97">
                  <c:v>1.1999999999999999E-3</c:v>
                </c:pt>
                <c:pt idx="98">
                  <c:v>-6.13E-2</c:v>
                </c:pt>
                <c:pt idx="99">
                  <c:v>2.3599999999999999E-2</c:v>
                </c:pt>
                <c:pt idx="100">
                  <c:v>2.2100000000000002E-2</c:v>
                </c:pt>
                <c:pt idx="101">
                  <c:v>-1.24E-2</c:v>
                </c:pt>
                <c:pt idx="102">
                  <c:v>3.5999999999999999E-3</c:v>
                </c:pt>
                <c:pt idx="103">
                  <c:v>2.8999999999999998E-3</c:v>
                </c:pt>
                <c:pt idx="104">
                  <c:v>1.47E-2</c:v>
                </c:pt>
                <c:pt idx="105">
                  <c:v>4.7300000000000002E-2</c:v>
                </c:pt>
                <c:pt idx="106">
                  <c:v>-7.3000000000000001E-3</c:v>
                </c:pt>
                <c:pt idx="107">
                  <c:v>-1.9099999999999999E-2</c:v>
                </c:pt>
                <c:pt idx="108">
                  <c:v>2.23E-2</c:v>
                </c:pt>
                <c:pt idx="109">
                  <c:v>2.76E-2</c:v>
                </c:pt>
                <c:pt idx="110">
                  <c:v>-1.5599999999999999E-2</c:v>
                </c:pt>
                <c:pt idx="111">
                  <c:v>-0.03</c:v>
                </c:pt>
                <c:pt idx="112">
                  <c:v>-0.1138</c:v>
                </c:pt>
                <c:pt idx="113">
                  <c:v>7.6E-3</c:v>
                </c:pt>
                <c:pt idx="114">
                  <c:v>4.2200000000000001E-2</c:v>
                </c:pt>
                <c:pt idx="115">
                  <c:v>-2.29E-2</c:v>
                </c:pt>
                <c:pt idx="116">
                  <c:v>5.6399999999999999E-2</c:v>
                </c:pt>
                <c:pt idx="117">
                  <c:v>1.7500000000000002E-2</c:v>
                </c:pt>
                <c:pt idx="118">
                  <c:v>1.4E-2</c:v>
                </c:pt>
                <c:pt idx="119">
                  <c:v>3.3399999999999999E-2</c:v>
                </c:pt>
                <c:pt idx="120">
                  <c:v>-2.87E-2</c:v>
                </c:pt>
                <c:pt idx="121">
                  <c:v>-6.0400000000000002E-2</c:v>
                </c:pt>
                <c:pt idx="122">
                  <c:v>2.9999999999999997E-4</c:v>
                </c:pt>
                <c:pt idx="123">
                  <c:v>-8.0000000000000002E-3</c:v>
                </c:pt>
                <c:pt idx="124">
                  <c:v>3.6499999999999998E-2</c:v>
                </c:pt>
                <c:pt idx="125">
                  <c:v>6.1000000000000004E-3</c:v>
                </c:pt>
                <c:pt idx="126">
                  <c:v>-3.8300000000000001E-2</c:v>
                </c:pt>
                <c:pt idx="127">
                  <c:v>-4.3099999999999999E-2</c:v>
                </c:pt>
                <c:pt idx="128">
                  <c:v>1.14E-2</c:v>
                </c:pt>
                <c:pt idx="129">
                  <c:v>-3.4799999999999998E-2</c:v>
                </c:pt>
                <c:pt idx="130">
                  <c:v>-4.4999999999999997E-3</c:v>
                </c:pt>
                <c:pt idx="131">
                  <c:v>-9.4000000000000004E-3</c:v>
                </c:pt>
                <c:pt idx="132">
                  <c:v>4.4499999999999998E-2</c:v>
                </c:pt>
                <c:pt idx="133">
                  <c:v>2.5399999999999999E-2</c:v>
                </c:pt>
                <c:pt idx="134">
                  <c:v>-2.0999999999999999E-3</c:v>
                </c:pt>
                <c:pt idx="135">
                  <c:v>3.4799999999999998E-2</c:v>
                </c:pt>
                <c:pt idx="136">
                  <c:v>2.3199999999999998E-2</c:v>
                </c:pt>
                <c:pt idx="137">
                  <c:v>-6.0000000000000001E-3</c:v>
                </c:pt>
                <c:pt idx="138">
                  <c:v>-5.4800000000000001E-2</c:v>
                </c:pt>
                <c:pt idx="139">
                  <c:v>-3.3999999999999998E-3</c:v>
                </c:pt>
                <c:pt idx="140">
                  <c:v>-6.7999999999999996E-3</c:v>
                </c:pt>
                <c:pt idx="141">
                  <c:v>-4.5499999999999999E-2</c:v>
                </c:pt>
                <c:pt idx="142">
                  <c:v>-6.4999999999999997E-3</c:v>
                </c:pt>
                <c:pt idx="143">
                  <c:v>2.6700000000000002E-2</c:v>
                </c:pt>
                <c:pt idx="144">
                  <c:v>2.24E-2</c:v>
                </c:pt>
                <c:pt idx="145">
                  <c:v>2.7199999999999998E-2</c:v>
                </c:pt>
                <c:pt idx="146">
                  <c:v>6.7000000000000002E-3</c:v>
                </c:pt>
                <c:pt idx="147">
                  <c:v>2.1299999999999999E-2</c:v>
                </c:pt>
                <c:pt idx="148">
                  <c:v>2.12E-2</c:v>
                </c:pt>
                <c:pt idx="149">
                  <c:v>-8.8000000000000005E-3</c:v>
                </c:pt>
                <c:pt idx="150">
                  <c:v>3.1199999999999999E-2</c:v>
                </c:pt>
                <c:pt idx="151">
                  <c:v>-1.49E-2</c:v>
                </c:pt>
                <c:pt idx="152">
                  <c:v>1.3299999999999999E-2</c:v>
                </c:pt>
                <c:pt idx="153">
                  <c:v>-4.4999999999999997E-3</c:v>
                </c:pt>
                <c:pt idx="154">
                  <c:v>1.03E-2</c:v>
                </c:pt>
                <c:pt idx="155">
                  <c:v>9.2999999999999992E-3</c:v>
                </c:pt>
                <c:pt idx="156">
                  <c:v>2.3300000000000001E-2</c:v>
                </c:pt>
                <c:pt idx="157">
                  <c:v>1.78E-2</c:v>
                </c:pt>
                <c:pt idx="158">
                  <c:v>1.0999999999999999E-2</c:v>
                </c:pt>
                <c:pt idx="159">
                  <c:v>3.7199999999999997E-2</c:v>
                </c:pt>
                <c:pt idx="160">
                  <c:v>1.77E-2</c:v>
                </c:pt>
                <c:pt idx="161">
                  <c:v>3.3599999999999998E-2</c:v>
                </c:pt>
                <c:pt idx="162">
                  <c:v>3.2399999999999998E-2</c:v>
                </c:pt>
                <c:pt idx="163">
                  <c:v>9.5999999999999992E-3</c:v>
                </c:pt>
                <c:pt idx="164">
                  <c:v>1.1999999999999999E-3</c:v>
                </c:pt>
                <c:pt idx="165">
                  <c:v>-5.2400000000000002E-2</c:v>
                </c:pt>
                <c:pt idx="166">
                  <c:v>-3.4099999999999998E-2</c:v>
                </c:pt>
                <c:pt idx="167">
                  <c:v>1E-3</c:v>
                </c:pt>
                <c:pt idx="168">
                  <c:v>3.27E-2</c:v>
                </c:pt>
                <c:pt idx="169">
                  <c:v>1.84E-2</c:v>
                </c:pt>
                <c:pt idx="170">
                  <c:v>2.6800000000000001E-2</c:v>
                </c:pt>
                <c:pt idx="171">
                  <c:v>7.7000000000000002E-3</c:v>
                </c:pt>
                <c:pt idx="172">
                  <c:v>-2.3599999999999999E-2</c:v>
                </c:pt>
                <c:pt idx="173">
                  <c:v>2.41E-2</c:v>
                </c:pt>
                <c:pt idx="174">
                  <c:v>1.04E-2</c:v>
                </c:pt>
                <c:pt idx="175">
                  <c:v>8.5000000000000006E-3</c:v>
                </c:pt>
                <c:pt idx="176">
                  <c:v>7.8200000000000006E-2</c:v>
                </c:pt>
                <c:pt idx="177">
                  <c:v>-2.5000000000000001E-3</c:v>
                </c:pt>
                <c:pt idx="178">
                  <c:v>3.5999999999999997E-2</c:v>
                </c:pt>
                <c:pt idx="179">
                  <c:v>1.26E-2</c:v>
                </c:pt>
                <c:pt idx="180">
                  <c:v>-6.8999999999999999E-3</c:v>
                </c:pt>
                <c:pt idx="181">
                  <c:v>7.7999999999999996E-3</c:v>
                </c:pt>
                <c:pt idx="182">
                  <c:v>-2.0000000000000001E-4</c:v>
                </c:pt>
                <c:pt idx="183">
                  <c:v>3.6999999999999998E-2</c:v>
                </c:pt>
                <c:pt idx="184">
                  <c:v>1.0200000000000001E-2</c:v>
                </c:pt>
                <c:pt idx="185">
                  <c:v>-4.0000000000000001E-3</c:v>
                </c:pt>
                <c:pt idx="186">
                  <c:v>-1.0800000000000001E-2</c:v>
                </c:pt>
                <c:pt idx="187">
                  <c:v>-2.4799999999999999E-2</c:v>
                </c:pt>
                <c:pt idx="188">
                  <c:v>-1.83E-2</c:v>
                </c:pt>
                <c:pt idx="189">
                  <c:v>2.8799999999999999E-2</c:v>
                </c:pt>
                <c:pt idx="190">
                  <c:v>-2.0000000000000001E-4</c:v>
                </c:pt>
                <c:pt idx="191">
                  <c:v>-3.0800000000000001E-2</c:v>
                </c:pt>
                <c:pt idx="192">
                  <c:v>-6.9999999999999999E-4</c:v>
                </c:pt>
                <c:pt idx="193">
                  <c:v>-3.2399999999999998E-2</c:v>
                </c:pt>
                <c:pt idx="194">
                  <c:v>-6.8999999999999999E-3</c:v>
                </c:pt>
                <c:pt idx="195">
                  <c:v>-5.9900000000000002E-2</c:v>
                </c:pt>
                <c:pt idx="196">
                  <c:v>2.8799999999999999E-2</c:v>
                </c:pt>
                <c:pt idx="197">
                  <c:v>4.4999999999999997E-3</c:v>
                </c:pt>
                <c:pt idx="198">
                  <c:v>3.3E-3</c:v>
                </c:pt>
                <c:pt idx="199">
                  <c:v>3.4799999999999998E-2</c:v>
                </c:pt>
                <c:pt idx="200">
                  <c:v>-1.37E-2</c:v>
                </c:pt>
                <c:pt idx="201">
                  <c:v>3.9399999999999998E-2</c:v>
                </c:pt>
                <c:pt idx="202">
                  <c:v>6.6E-3</c:v>
                </c:pt>
                <c:pt idx="203">
                  <c:v>1.7000000000000001E-2</c:v>
                </c:pt>
                <c:pt idx="204">
                  <c:v>-3.8999999999999998E-3</c:v>
                </c:pt>
                <c:pt idx="205">
                  <c:v>1.23E-2</c:v>
                </c:pt>
                <c:pt idx="206">
                  <c:v>1E-4</c:v>
                </c:pt>
                <c:pt idx="207">
                  <c:v>1.6999999999999999E-3</c:v>
                </c:pt>
                <c:pt idx="208">
                  <c:v>1.43E-2</c:v>
                </c:pt>
                <c:pt idx="209">
                  <c:v>3.1199999999999999E-2</c:v>
                </c:pt>
                <c:pt idx="210">
                  <c:v>-9.2999999999999992E-3</c:v>
                </c:pt>
                <c:pt idx="211">
                  <c:v>1.5599999999999999E-2</c:v>
                </c:pt>
                <c:pt idx="212">
                  <c:v>1.77E-2</c:v>
                </c:pt>
                <c:pt idx="213">
                  <c:v>1.1599999999999999E-2</c:v>
                </c:pt>
                <c:pt idx="214">
                  <c:v>3.0999999999999999E-3</c:v>
                </c:pt>
                <c:pt idx="215">
                  <c:v>5.7000000000000002E-3</c:v>
                </c:pt>
                <c:pt idx="216">
                  <c:v>6.7000000000000002E-3</c:v>
                </c:pt>
                <c:pt idx="217">
                  <c:v>3.0000000000000001E-3</c:v>
                </c:pt>
                <c:pt idx="218">
                  <c:v>-3.5000000000000001E-3</c:v>
                </c:pt>
                <c:pt idx="219">
                  <c:v>2.2000000000000001E-3</c:v>
                </c:pt>
                <c:pt idx="220">
                  <c:v>-2E-3</c:v>
                </c:pt>
                <c:pt idx="221">
                  <c:v>-2.7300000000000001E-2</c:v>
                </c:pt>
                <c:pt idx="222">
                  <c:v>1.24E-2</c:v>
                </c:pt>
                <c:pt idx="223">
                  <c:v>-5.7000000000000002E-3</c:v>
                </c:pt>
                <c:pt idx="224">
                  <c:v>4.48E-2</c:v>
                </c:pt>
                <c:pt idx="225">
                  <c:v>-1.9E-3</c:v>
                </c:pt>
                <c:pt idx="226">
                  <c:v>2.1899999999999999E-2</c:v>
                </c:pt>
                <c:pt idx="227">
                  <c:v>4.3E-3</c:v>
                </c:pt>
                <c:pt idx="228">
                  <c:v>-8.6E-3</c:v>
                </c:pt>
                <c:pt idx="229">
                  <c:v>-3.1E-2</c:v>
                </c:pt>
                <c:pt idx="230">
                  <c:v>1.8499999999999999E-2</c:v>
                </c:pt>
                <c:pt idx="231">
                  <c:v>-3.5299999999999998E-2</c:v>
                </c:pt>
                <c:pt idx="232">
                  <c:v>1.2200000000000001E-2</c:v>
                </c:pt>
                <c:pt idx="233">
                  <c:v>-1.3899999999999999E-2</c:v>
                </c:pt>
                <c:pt idx="234">
                  <c:v>2.58E-2</c:v>
                </c:pt>
                <c:pt idx="235">
                  <c:v>8.2000000000000007E-3</c:v>
                </c:pt>
                <c:pt idx="236">
                  <c:v>8.3000000000000001E-3</c:v>
                </c:pt>
                <c:pt idx="237">
                  <c:v>3.3E-3</c:v>
                </c:pt>
                <c:pt idx="238">
                  <c:v>-2.6100000000000002E-2</c:v>
                </c:pt>
                <c:pt idx="239">
                  <c:v>-3.3300000000000003E-2</c:v>
                </c:pt>
                <c:pt idx="240">
                  <c:v>3.5099999999999999E-2</c:v>
                </c:pt>
                <c:pt idx="241">
                  <c:v>5.0000000000000001E-4</c:v>
                </c:pt>
                <c:pt idx="242">
                  <c:v>-1E-3</c:v>
                </c:pt>
                <c:pt idx="243">
                  <c:v>8.3000000000000001E-3</c:v>
                </c:pt>
                <c:pt idx="244">
                  <c:v>-1.66E-2</c:v>
                </c:pt>
                <c:pt idx="245">
                  <c:v>4.1999999999999997E-3</c:v>
                </c:pt>
                <c:pt idx="246">
                  <c:v>3.0499999999999999E-2</c:v>
                </c:pt>
                <c:pt idx="247">
                  <c:v>-2.1000000000000001E-2</c:v>
                </c:pt>
                <c:pt idx="248">
                  <c:v>-1.47E-2</c:v>
                </c:pt>
                <c:pt idx="249">
                  <c:v>1.89E-2</c:v>
                </c:pt>
                <c:pt idx="250">
                  <c:v>-3.6900000000000002E-2</c:v>
                </c:pt>
                <c:pt idx="251">
                  <c:v>2.0000000000000001E-4</c:v>
                </c:pt>
                <c:pt idx="252">
                  <c:v>1.6299999999999999E-2</c:v>
                </c:pt>
                <c:pt idx="253">
                  <c:v>-6.6E-3</c:v>
                </c:pt>
                <c:pt idx="254">
                  <c:v>-1.6000000000000001E-3</c:v>
                </c:pt>
                <c:pt idx="255">
                  <c:v>-5.7999999999999996E-3</c:v>
                </c:pt>
                <c:pt idx="256">
                  <c:v>4.5199999999999997E-2</c:v>
                </c:pt>
                <c:pt idx="257">
                  <c:v>8.8000000000000005E-3</c:v>
                </c:pt>
                <c:pt idx="258">
                  <c:v>-1.14E-2</c:v>
                </c:pt>
                <c:pt idx="259">
                  <c:v>3.3999999999999998E-3</c:v>
                </c:pt>
                <c:pt idx="260">
                  <c:v>2.0199999999999999E-2</c:v>
                </c:pt>
                <c:pt idx="261">
                  <c:v>3.1199999999999999E-2</c:v>
                </c:pt>
                <c:pt idx="262">
                  <c:v>-9.2999999999999992E-3</c:v>
                </c:pt>
                <c:pt idx="263">
                  <c:v>1.5599999999999999E-2</c:v>
                </c:pt>
                <c:pt idx="264">
                  <c:v>1.77E-2</c:v>
                </c:pt>
                <c:pt idx="265">
                  <c:v>1.1599999999999999E-2</c:v>
                </c:pt>
                <c:pt idx="266">
                  <c:v>3.0999999999999999E-3</c:v>
                </c:pt>
                <c:pt idx="267">
                  <c:v>5.7000000000000002E-3</c:v>
                </c:pt>
                <c:pt idx="268">
                  <c:v>6.7000000000000002E-3</c:v>
                </c:pt>
                <c:pt idx="269">
                  <c:v>3.0000000000000001E-3</c:v>
                </c:pt>
                <c:pt idx="270">
                  <c:v>-3.5000000000000001E-3</c:v>
                </c:pt>
                <c:pt idx="271">
                  <c:v>2.2000000000000001E-3</c:v>
                </c:pt>
                <c:pt idx="272">
                  <c:v>-2E-3</c:v>
                </c:pt>
                <c:pt idx="273">
                  <c:v>-2.7300000000000001E-2</c:v>
                </c:pt>
                <c:pt idx="274">
                  <c:v>1.24E-2</c:v>
                </c:pt>
                <c:pt idx="275">
                  <c:v>-5.7000000000000002E-3</c:v>
                </c:pt>
                <c:pt idx="276">
                  <c:v>4.48E-2</c:v>
                </c:pt>
                <c:pt idx="277">
                  <c:v>-1.9E-3</c:v>
                </c:pt>
                <c:pt idx="278">
                  <c:v>2.1899999999999999E-2</c:v>
                </c:pt>
                <c:pt idx="279">
                  <c:v>4.3E-3</c:v>
                </c:pt>
                <c:pt idx="280">
                  <c:v>-8.6E-3</c:v>
                </c:pt>
                <c:pt idx="281">
                  <c:v>-3.1E-2</c:v>
                </c:pt>
                <c:pt idx="282">
                  <c:v>1.8499999999999999E-2</c:v>
                </c:pt>
                <c:pt idx="283">
                  <c:v>-3.5299999999999998E-2</c:v>
                </c:pt>
                <c:pt idx="284">
                  <c:v>1.2200000000000001E-2</c:v>
                </c:pt>
                <c:pt idx="285">
                  <c:v>-1.3899999999999999E-2</c:v>
                </c:pt>
                <c:pt idx="286">
                  <c:v>2.58E-2</c:v>
                </c:pt>
                <c:pt idx="287">
                  <c:v>8.2000000000000007E-3</c:v>
                </c:pt>
                <c:pt idx="288">
                  <c:v>8.3000000000000001E-3</c:v>
                </c:pt>
                <c:pt idx="289">
                  <c:v>3.3E-3</c:v>
                </c:pt>
                <c:pt idx="290">
                  <c:v>-2.6100000000000002E-2</c:v>
                </c:pt>
                <c:pt idx="291">
                  <c:v>-3.3300000000000003E-2</c:v>
                </c:pt>
                <c:pt idx="292">
                  <c:v>3.5099999999999999E-2</c:v>
                </c:pt>
                <c:pt idx="293">
                  <c:v>5.0000000000000001E-4</c:v>
                </c:pt>
                <c:pt idx="294">
                  <c:v>-1E-3</c:v>
                </c:pt>
                <c:pt idx="295">
                  <c:v>8.3000000000000001E-3</c:v>
                </c:pt>
                <c:pt idx="296">
                  <c:v>-1.66E-2</c:v>
                </c:pt>
                <c:pt idx="297">
                  <c:v>4.1999999999999997E-3</c:v>
                </c:pt>
                <c:pt idx="298">
                  <c:v>3.0499999999999999E-2</c:v>
                </c:pt>
                <c:pt idx="299">
                  <c:v>-2.1000000000000001E-2</c:v>
                </c:pt>
                <c:pt idx="300">
                  <c:v>-1.47E-2</c:v>
                </c:pt>
                <c:pt idx="301">
                  <c:v>1.89E-2</c:v>
                </c:pt>
                <c:pt idx="302">
                  <c:v>-3.6900000000000002E-2</c:v>
                </c:pt>
                <c:pt idx="303">
                  <c:v>2.0000000000000001E-4</c:v>
                </c:pt>
                <c:pt idx="304">
                  <c:v>1.6299999999999999E-2</c:v>
                </c:pt>
                <c:pt idx="305">
                  <c:v>-6.6E-3</c:v>
                </c:pt>
                <c:pt idx="306">
                  <c:v>-1.6000000000000001E-3</c:v>
                </c:pt>
                <c:pt idx="307">
                  <c:v>-5.7999999999999996E-3</c:v>
                </c:pt>
                <c:pt idx="308">
                  <c:v>4.5199999999999997E-2</c:v>
                </c:pt>
                <c:pt idx="309">
                  <c:v>8.8000000000000005E-3</c:v>
                </c:pt>
                <c:pt idx="310">
                  <c:v>-1.14E-2</c:v>
                </c:pt>
                <c:pt idx="311">
                  <c:v>3.3999999999999998E-3</c:v>
                </c:pt>
                <c:pt idx="312">
                  <c:v>2.0199999999999999E-2</c:v>
                </c:pt>
                <c:pt idx="313">
                  <c:v>1.14E-2</c:v>
                </c:pt>
                <c:pt idx="314">
                  <c:v>1.3899999999999999E-2</c:v>
                </c:pt>
                <c:pt idx="315">
                  <c:v>1.2800000000000001E-2</c:v>
                </c:pt>
                <c:pt idx="316">
                  <c:v>3.3999999999999998E-3</c:v>
                </c:pt>
                <c:pt idx="317">
                  <c:v>5.4999999999999997E-3</c:v>
                </c:pt>
                <c:pt idx="318">
                  <c:v>2.98E-2</c:v>
                </c:pt>
                <c:pt idx="319">
                  <c:v>8.6E-3</c:v>
                </c:pt>
                <c:pt idx="320">
                  <c:v>-6.4000000000000003E-3</c:v>
                </c:pt>
                <c:pt idx="321">
                  <c:v>1.2200000000000001E-2</c:v>
                </c:pt>
                <c:pt idx="322">
                  <c:v>4.07E-2</c:v>
                </c:pt>
                <c:pt idx="323">
                  <c:v>2.0999999999999999E-3</c:v>
                </c:pt>
                <c:pt idx="324">
                  <c:v>2.2700000000000001E-2</c:v>
                </c:pt>
                <c:pt idx="325">
                  <c:v>-7.9600000000000004E-2</c:v>
                </c:pt>
                <c:pt idx="326">
                  <c:v>-9.4000000000000004E-3</c:v>
                </c:pt>
                <c:pt idx="327">
                  <c:v>3.7600000000000001E-2</c:v>
                </c:pt>
                <c:pt idx="328">
                  <c:v>3.8600000000000002E-2</c:v>
                </c:pt>
                <c:pt idx="329">
                  <c:v>1.2E-2</c:v>
                </c:pt>
                <c:pt idx="330">
                  <c:v>1.41E-2</c:v>
                </c:pt>
                <c:pt idx="331">
                  <c:v>3.0599999999999999E-2</c:v>
                </c:pt>
                <c:pt idx="332">
                  <c:v>-1E-3</c:v>
                </c:pt>
                <c:pt idx="333">
                  <c:v>1.6E-2</c:v>
                </c:pt>
                <c:pt idx="334">
                  <c:v>6.4000000000000003E-3</c:v>
                </c:pt>
                <c:pt idx="335">
                  <c:v>-4.0000000000000001E-3</c:v>
                </c:pt>
                <c:pt idx="336">
                  <c:v>-1.8200000000000001E-2</c:v>
                </c:pt>
                <c:pt idx="337">
                  <c:v>4.1599999999999998E-2</c:v>
                </c:pt>
                <c:pt idx="338">
                  <c:v>2.1899999999999999E-2</c:v>
                </c:pt>
                <c:pt idx="339">
                  <c:v>2.1899999999999999E-2</c:v>
                </c:pt>
                <c:pt idx="340">
                  <c:v>1.29E-2</c:v>
                </c:pt>
                <c:pt idx="341">
                  <c:v>-8.5000000000000006E-3</c:v>
                </c:pt>
                <c:pt idx="342">
                  <c:v>-4.4000000000000003E-3</c:v>
                </c:pt>
                <c:pt idx="343">
                  <c:v>5.62E-2</c:v>
                </c:pt>
                <c:pt idx="344">
                  <c:v>2.7099999999999999E-2</c:v>
                </c:pt>
                <c:pt idx="345">
                  <c:v>-1.0500000000000001E-2</c:v>
                </c:pt>
                <c:pt idx="346">
                  <c:v>-3.9100000000000003E-2</c:v>
                </c:pt>
                <c:pt idx="347">
                  <c:v>6.9999999999999999E-4</c:v>
                </c:pt>
                <c:pt idx="348">
                  <c:v>1.9599999999999999E-2</c:v>
                </c:pt>
                <c:pt idx="349">
                  <c:v>-1.5599999999999999E-2</c:v>
                </c:pt>
                <c:pt idx="350">
                  <c:v>6.9999999999999999E-4</c:v>
                </c:pt>
                <c:pt idx="351">
                  <c:v>2.2100000000000002E-2</c:v>
                </c:pt>
                <c:pt idx="352">
                  <c:v>1.61E-2</c:v>
                </c:pt>
                <c:pt idx="353">
                  <c:v>-5.8099999999999999E-2</c:v>
                </c:pt>
                <c:pt idx="354">
                  <c:v>1.2E-2</c:v>
                </c:pt>
                <c:pt idx="355">
                  <c:v>-8.0999999999999996E-3</c:v>
                </c:pt>
                <c:pt idx="356">
                  <c:v>-4.1999999999999997E-3</c:v>
                </c:pt>
                <c:pt idx="357">
                  <c:v>3.6499999999999998E-2</c:v>
                </c:pt>
                <c:pt idx="358">
                  <c:v>1.1000000000000001E-3</c:v>
                </c:pt>
                <c:pt idx="359">
                  <c:v>1.04E-2</c:v>
                </c:pt>
                <c:pt idx="360">
                  <c:v>1.04E-2</c:v>
                </c:pt>
                <c:pt idx="361">
                  <c:v>-2.9999999999999997E-4</c:v>
                </c:pt>
                <c:pt idx="362">
                  <c:v>3.8999999999999998E-3</c:v>
                </c:pt>
                <c:pt idx="363">
                  <c:v>7.0000000000000001E-3</c:v>
                </c:pt>
              </c:numCache>
            </c:numRef>
          </c:xVal>
          <c:yVal>
            <c:numRef>
              <c:f>'Kri-Kri Milk Stock Price Histor'!$C$2:$C$365</c:f>
              <c:numCache>
                <c:formatCode>0.00%</c:formatCode>
                <c:ptCount val="364"/>
                <c:pt idx="0">
                  <c:v>-2.5399999999999999E-2</c:v>
                </c:pt>
                <c:pt idx="1">
                  <c:v>2.23E-2</c:v>
                </c:pt>
                <c:pt idx="2">
                  <c:v>2.9100000000000001E-2</c:v>
                </c:pt>
                <c:pt idx="3">
                  <c:v>-4.24E-2</c:v>
                </c:pt>
                <c:pt idx="4">
                  <c:v>7.4000000000000003E-3</c:v>
                </c:pt>
                <c:pt idx="5">
                  <c:v>2.1999999999999999E-2</c:v>
                </c:pt>
                <c:pt idx="6">
                  <c:v>-2.87E-2</c:v>
                </c:pt>
                <c:pt idx="7">
                  <c:v>-0.1439</c:v>
                </c:pt>
                <c:pt idx="8">
                  <c:v>-3.4500000000000003E-2</c:v>
                </c:pt>
                <c:pt idx="9">
                  <c:v>-0.1406</c:v>
                </c:pt>
                <c:pt idx="10">
                  <c:v>0.18179999999999999</c:v>
                </c:pt>
                <c:pt idx="11">
                  <c:v>-4.3999999999999997E-2</c:v>
                </c:pt>
                <c:pt idx="12">
                  <c:v>-1.15E-2</c:v>
                </c:pt>
                <c:pt idx="13">
                  <c:v>6.9800000000000001E-2</c:v>
                </c:pt>
                <c:pt idx="14">
                  <c:v>1.09E-2</c:v>
                </c:pt>
                <c:pt idx="15">
                  <c:v>2.58E-2</c:v>
                </c:pt>
                <c:pt idx="16">
                  <c:v>1.89E-2</c:v>
                </c:pt>
                <c:pt idx="17">
                  <c:v>2.47E-2</c:v>
                </c:pt>
                <c:pt idx="18">
                  <c:v>-1.61E-2</c:v>
                </c:pt>
                <c:pt idx="19">
                  <c:v>3.27E-2</c:v>
                </c:pt>
                <c:pt idx="20">
                  <c:v>5.5300000000000002E-2</c:v>
                </c:pt>
                <c:pt idx="21">
                  <c:v>0.1236</c:v>
                </c:pt>
                <c:pt idx="22">
                  <c:v>-8.6699999999999999E-2</c:v>
                </c:pt>
                <c:pt idx="23">
                  <c:v>-1.46E-2</c:v>
                </c:pt>
                <c:pt idx="24">
                  <c:v>5.9299999999999999E-2</c:v>
                </c:pt>
                <c:pt idx="25">
                  <c:v>1.7500000000000002E-2</c:v>
                </c:pt>
                <c:pt idx="26">
                  <c:v>1.37E-2</c:v>
                </c:pt>
                <c:pt idx="27">
                  <c:v>6.7999999999999996E-3</c:v>
                </c:pt>
                <c:pt idx="28">
                  <c:v>-2.0199999999999999E-2</c:v>
                </c:pt>
                <c:pt idx="29">
                  <c:v>-1.37E-2</c:v>
                </c:pt>
                <c:pt idx="30">
                  <c:v>8.7099999999999997E-2</c:v>
                </c:pt>
                <c:pt idx="31">
                  <c:v>-5.45E-2</c:v>
                </c:pt>
                <c:pt idx="32">
                  <c:v>0</c:v>
                </c:pt>
                <c:pt idx="33">
                  <c:v>6.7999999999999996E-3</c:v>
                </c:pt>
                <c:pt idx="34">
                  <c:v>6.7000000000000002E-3</c:v>
                </c:pt>
                <c:pt idx="35">
                  <c:v>-3.0099999999999998E-2</c:v>
                </c:pt>
                <c:pt idx="36">
                  <c:v>4.48E-2</c:v>
                </c:pt>
                <c:pt idx="37">
                  <c:v>-6.6E-3</c:v>
                </c:pt>
                <c:pt idx="38">
                  <c:v>2.3300000000000001E-2</c:v>
                </c:pt>
                <c:pt idx="39">
                  <c:v>6.4899999999999999E-2</c:v>
                </c:pt>
                <c:pt idx="40">
                  <c:v>-3.9600000000000003E-2</c:v>
                </c:pt>
                <c:pt idx="41">
                  <c:v>6.3E-3</c:v>
                </c:pt>
                <c:pt idx="42">
                  <c:v>-2.52E-2</c:v>
                </c:pt>
                <c:pt idx="43">
                  <c:v>1.29E-2</c:v>
                </c:pt>
                <c:pt idx="44">
                  <c:v>6.4000000000000003E-3</c:v>
                </c:pt>
                <c:pt idx="45">
                  <c:v>1.9E-2</c:v>
                </c:pt>
                <c:pt idx="46">
                  <c:v>0</c:v>
                </c:pt>
                <c:pt idx="47">
                  <c:v>-3.0999999999999999E-3</c:v>
                </c:pt>
                <c:pt idx="48">
                  <c:v>0</c:v>
                </c:pt>
                <c:pt idx="49">
                  <c:v>4.0599999999999997E-2</c:v>
                </c:pt>
                <c:pt idx="50">
                  <c:v>-3.3000000000000002E-2</c:v>
                </c:pt>
                <c:pt idx="51">
                  <c:v>1.55E-2</c:v>
                </c:pt>
                <c:pt idx="52">
                  <c:v>9.1999999999999998E-3</c:v>
                </c:pt>
                <c:pt idx="53">
                  <c:v>0</c:v>
                </c:pt>
                <c:pt idx="54">
                  <c:v>3.0000000000000001E-3</c:v>
                </c:pt>
                <c:pt idx="55">
                  <c:v>6.0000000000000001E-3</c:v>
                </c:pt>
                <c:pt idx="56">
                  <c:v>4.2000000000000003E-2</c:v>
                </c:pt>
                <c:pt idx="57">
                  <c:v>2.3099999999999999E-2</c:v>
                </c:pt>
                <c:pt idx="58">
                  <c:v>-1.41E-2</c:v>
                </c:pt>
                <c:pt idx="59">
                  <c:v>0.04</c:v>
                </c:pt>
                <c:pt idx="60">
                  <c:v>-2.7000000000000001E-3</c:v>
                </c:pt>
                <c:pt idx="61">
                  <c:v>0</c:v>
                </c:pt>
                <c:pt idx="62">
                  <c:v>1.9300000000000001E-2</c:v>
                </c:pt>
                <c:pt idx="63">
                  <c:v>8.0999999999999996E-3</c:v>
                </c:pt>
                <c:pt idx="64">
                  <c:v>3.2199999999999999E-2</c:v>
                </c:pt>
                <c:pt idx="65">
                  <c:v>7.7999999999999996E-3</c:v>
                </c:pt>
                <c:pt idx="66">
                  <c:v>-2.06E-2</c:v>
                </c:pt>
                <c:pt idx="67">
                  <c:v>-1.32E-2</c:v>
                </c:pt>
                <c:pt idx="68">
                  <c:v>2.93E-2</c:v>
                </c:pt>
                <c:pt idx="69">
                  <c:v>-1.55E-2</c:v>
                </c:pt>
                <c:pt idx="70">
                  <c:v>-1.84E-2</c:v>
                </c:pt>
                <c:pt idx="71">
                  <c:v>-2.7000000000000001E-3</c:v>
                </c:pt>
                <c:pt idx="72">
                  <c:v>2.69E-2</c:v>
                </c:pt>
                <c:pt idx="73">
                  <c:v>1.3100000000000001E-2</c:v>
                </c:pt>
                <c:pt idx="74">
                  <c:v>2.07E-2</c:v>
                </c:pt>
                <c:pt idx="75">
                  <c:v>1.77E-2</c:v>
                </c:pt>
                <c:pt idx="76">
                  <c:v>5.7200000000000001E-2</c:v>
                </c:pt>
                <c:pt idx="77">
                  <c:v>3.5299999999999998E-2</c:v>
                </c:pt>
                <c:pt idx="78">
                  <c:v>-1.8200000000000001E-2</c:v>
                </c:pt>
                <c:pt idx="79">
                  <c:v>-4.5999999999999999E-3</c:v>
                </c:pt>
                <c:pt idx="80">
                  <c:v>7.0000000000000001E-3</c:v>
                </c:pt>
                <c:pt idx="81">
                  <c:v>1.6199999999999999E-2</c:v>
                </c:pt>
                <c:pt idx="82">
                  <c:v>-6.7999999999999996E-3</c:v>
                </c:pt>
                <c:pt idx="83">
                  <c:v>-3.4299999999999997E-2</c:v>
                </c:pt>
                <c:pt idx="84">
                  <c:v>7.1000000000000004E-3</c:v>
                </c:pt>
                <c:pt idx="85">
                  <c:v>0</c:v>
                </c:pt>
                <c:pt idx="86">
                  <c:v>2.3999999999999998E-3</c:v>
                </c:pt>
                <c:pt idx="87">
                  <c:v>-3.7600000000000001E-2</c:v>
                </c:pt>
                <c:pt idx="88">
                  <c:v>2.1999999999999999E-2</c:v>
                </c:pt>
                <c:pt idx="89">
                  <c:v>-8.8300000000000003E-2</c:v>
                </c:pt>
                <c:pt idx="90">
                  <c:v>-1.0500000000000001E-2</c:v>
                </c:pt>
                <c:pt idx="91">
                  <c:v>1.8499999999999999E-2</c:v>
                </c:pt>
                <c:pt idx="92">
                  <c:v>3.3799999999999997E-2</c:v>
                </c:pt>
                <c:pt idx="93">
                  <c:v>4.2700000000000002E-2</c:v>
                </c:pt>
                <c:pt idx="94">
                  <c:v>-3.8600000000000002E-2</c:v>
                </c:pt>
                <c:pt idx="95">
                  <c:v>-2.5000000000000001E-3</c:v>
                </c:pt>
                <c:pt idx="96">
                  <c:v>4.02E-2</c:v>
                </c:pt>
                <c:pt idx="97">
                  <c:v>-2.3999999999999998E-3</c:v>
                </c:pt>
                <c:pt idx="98">
                  <c:v>-2.4199999999999999E-2</c:v>
                </c:pt>
                <c:pt idx="99">
                  <c:v>2.98E-2</c:v>
                </c:pt>
                <c:pt idx="100">
                  <c:v>-2.41E-2</c:v>
                </c:pt>
                <c:pt idx="101">
                  <c:v>-4.8999999999999998E-3</c:v>
                </c:pt>
                <c:pt idx="102">
                  <c:v>5.4600000000000003E-2</c:v>
                </c:pt>
                <c:pt idx="103">
                  <c:v>0</c:v>
                </c:pt>
                <c:pt idx="104">
                  <c:v>-9.4000000000000004E-3</c:v>
                </c:pt>
                <c:pt idx="105">
                  <c:v>4.7999999999999996E-3</c:v>
                </c:pt>
                <c:pt idx="106">
                  <c:v>-2.8400000000000002E-2</c:v>
                </c:pt>
                <c:pt idx="107">
                  <c:v>9.7000000000000003E-3</c:v>
                </c:pt>
                <c:pt idx="108">
                  <c:v>9.5999999999999992E-3</c:v>
                </c:pt>
                <c:pt idx="109">
                  <c:v>-2.1499999999999998E-2</c:v>
                </c:pt>
                <c:pt idx="110">
                  <c:v>-2.6800000000000001E-2</c:v>
                </c:pt>
                <c:pt idx="111">
                  <c:v>-4.7600000000000003E-2</c:v>
                </c:pt>
                <c:pt idx="112">
                  <c:v>-1.32E-2</c:v>
                </c:pt>
                <c:pt idx="113">
                  <c:v>-1.6E-2</c:v>
                </c:pt>
                <c:pt idx="114">
                  <c:v>1.3599999999999999E-2</c:v>
                </c:pt>
                <c:pt idx="115">
                  <c:v>-4.2799999999999998E-2</c:v>
                </c:pt>
                <c:pt idx="116">
                  <c:v>4.7500000000000001E-2</c:v>
                </c:pt>
                <c:pt idx="117">
                  <c:v>-3.73E-2</c:v>
                </c:pt>
                <c:pt idx="118">
                  <c:v>4.4299999999999999E-2</c:v>
                </c:pt>
                <c:pt idx="119">
                  <c:v>-3.4500000000000003E-2</c:v>
                </c:pt>
                <c:pt idx="120">
                  <c:v>-3.85E-2</c:v>
                </c:pt>
                <c:pt idx="121">
                  <c:v>-7.1400000000000005E-2</c:v>
                </c:pt>
                <c:pt idx="122">
                  <c:v>-6.1999999999999998E-3</c:v>
                </c:pt>
                <c:pt idx="123">
                  <c:v>-9.2999999999999992E-3</c:v>
                </c:pt>
                <c:pt idx="124">
                  <c:v>6.1999999999999998E-3</c:v>
                </c:pt>
                <c:pt idx="125">
                  <c:v>-6.83E-2</c:v>
                </c:pt>
                <c:pt idx="126">
                  <c:v>-6.7000000000000002E-3</c:v>
                </c:pt>
                <c:pt idx="127">
                  <c:v>-4.0300000000000002E-2</c:v>
                </c:pt>
                <c:pt idx="128">
                  <c:v>-1.0500000000000001E-2</c:v>
                </c:pt>
                <c:pt idx="129">
                  <c:v>-2.8299999999999999E-2</c:v>
                </c:pt>
                <c:pt idx="130">
                  <c:v>1.8200000000000001E-2</c:v>
                </c:pt>
                <c:pt idx="131">
                  <c:v>4.2900000000000001E-2</c:v>
                </c:pt>
                <c:pt idx="132">
                  <c:v>1.03E-2</c:v>
                </c:pt>
                <c:pt idx="133">
                  <c:v>-3.39E-2</c:v>
                </c:pt>
                <c:pt idx="134">
                  <c:v>4.9099999999999998E-2</c:v>
                </c:pt>
                <c:pt idx="135">
                  <c:v>-3.3E-3</c:v>
                </c:pt>
                <c:pt idx="136">
                  <c:v>1.6799999999999999E-2</c:v>
                </c:pt>
                <c:pt idx="137">
                  <c:v>-2.3099999999999999E-2</c:v>
                </c:pt>
                <c:pt idx="138">
                  <c:v>-3.7199999999999997E-2</c:v>
                </c:pt>
                <c:pt idx="139">
                  <c:v>-6.6699999999999995E-2</c:v>
                </c:pt>
                <c:pt idx="140">
                  <c:v>7.4999999999999997E-3</c:v>
                </c:pt>
                <c:pt idx="141">
                  <c:v>-5.2200000000000003E-2</c:v>
                </c:pt>
                <c:pt idx="142">
                  <c:v>-3.8999999999999998E-3</c:v>
                </c:pt>
                <c:pt idx="143">
                  <c:v>8.6999999999999994E-2</c:v>
                </c:pt>
                <c:pt idx="144">
                  <c:v>-1.4500000000000001E-2</c:v>
                </c:pt>
                <c:pt idx="145">
                  <c:v>-1.11E-2</c:v>
                </c:pt>
                <c:pt idx="146">
                  <c:v>1.12E-2</c:v>
                </c:pt>
                <c:pt idx="147">
                  <c:v>-3.7000000000000002E-3</c:v>
                </c:pt>
                <c:pt idx="148">
                  <c:v>6.6699999999999995E-2</c:v>
                </c:pt>
                <c:pt idx="149">
                  <c:v>-1.04E-2</c:v>
                </c:pt>
                <c:pt idx="150">
                  <c:v>8.0699999999999994E-2</c:v>
                </c:pt>
                <c:pt idx="151">
                  <c:v>-4.5499999999999999E-2</c:v>
                </c:pt>
                <c:pt idx="152">
                  <c:v>2.0400000000000001E-2</c:v>
                </c:pt>
                <c:pt idx="153">
                  <c:v>0.06</c:v>
                </c:pt>
                <c:pt idx="154">
                  <c:v>-6.3E-3</c:v>
                </c:pt>
                <c:pt idx="155">
                  <c:v>-1.9E-2</c:v>
                </c:pt>
                <c:pt idx="156">
                  <c:v>4.5199999999999997E-2</c:v>
                </c:pt>
                <c:pt idx="157">
                  <c:v>3.0999999999999999E-3</c:v>
                </c:pt>
                <c:pt idx="158">
                  <c:v>-9.1999999999999998E-3</c:v>
                </c:pt>
                <c:pt idx="159">
                  <c:v>-4.9700000000000001E-2</c:v>
                </c:pt>
                <c:pt idx="160">
                  <c:v>1.3100000000000001E-2</c:v>
                </c:pt>
                <c:pt idx="161">
                  <c:v>-1.61E-2</c:v>
                </c:pt>
                <c:pt idx="162">
                  <c:v>1.9699999999999999E-2</c:v>
                </c:pt>
                <c:pt idx="163">
                  <c:v>1.9300000000000001E-2</c:v>
                </c:pt>
                <c:pt idx="164">
                  <c:v>6.3E-3</c:v>
                </c:pt>
                <c:pt idx="165">
                  <c:v>3.1300000000000001E-2</c:v>
                </c:pt>
                <c:pt idx="166">
                  <c:v>-7.2900000000000006E-2</c:v>
                </c:pt>
                <c:pt idx="167">
                  <c:v>4.9200000000000001E-2</c:v>
                </c:pt>
                <c:pt idx="168">
                  <c:v>-9.4000000000000004E-3</c:v>
                </c:pt>
                <c:pt idx="169">
                  <c:v>-3.2000000000000002E-3</c:v>
                </c:pt>
                <c:pt idx="170">
                  <c:v>2.8500000000000001E-2</c:v>
                </c:pt>
                <c:pt idx="171">
                  <c:v>-6.1999999999999998E-3</c:v>
                </c:pt>
                <c:pt idx="172">
                  <c:v>2.1700000000000001E-2</c:v>
                </c:pt>
                <c:pt idx="173">
                  <c:v>4.8500000000000001E-2</c:v>
                </c:pt>
                <c:pt idx="174">
                  <c:v>2.5999999999999999E-2</c:v>
                </c:pt>
                <c:pt idx="175">
                  <c:v>1.1299999999999999E-2</c:v>
                </c:pt>
                <c:pt idx="176">
                  <c:v>0.13650000000000001</c:v>
                </c:pt>
                <c:pt idx="177">
                  <c:v>-1.9599999999999999E-2</c:v>
                </c:pt>
                <c:pt idx="178">
                  <c:v>7.4999999999999997E-3</c:v>
                </c:pt>
                <c:pt idx="179">
                  <c:v>-1.24E-2</c:v>
                </c:pt>
                <c:pt idx="180">
                  <c:v>-2.5000000000000001E-3</c:v>
                </c:pt>
                <c:pt idx="181">
                  <c:v>2.5000000000000001E-3</c:v>
                </c:pt>
                <c:pt idx="182">
                  <c:v>2.5000000000000001E-3</c:v>
                </c:pt>
                <c:pt idx="183">
                  <c:v>3.0099999999999998E-2</c:v>
                </c:pt>
                <c:pt idx="184">
                  <c:v>1.7000000000000001E-2</c:v>
                </c:pt>
                <c:pt idx="185">
                  <c:v>2.87E-2</c:v>
                </c:pt>
                <c:pt idx="186">
                  <c:v>0</c:v>
                </c:pt>
                <c:pt idx="187">
                  <c:v>-3.0200000000000001E-2</c:v>
                </c:pt>
                <c:pt idx="188">
                  <c:v>-1.6799999999999999E-2</c:v>
                </c:pt>
                <c:pt idx="189">
                  <c:v>2.4400000000000002E-2</c:v>
                </c:pt>
                <c:pt idx="190">
                  <c:v>-1.67E-2</c:v>
                </c:pt>
                <c:pt idx="191">
                  <c:v>-4.5999999999999999E-2</c:v>
                </c:pt>
                <c:pt idx="192">
                  <c:v>-1.0200000000000001E-2</c:v>
                </c:pt>
                <c:pt idx="193">
                  <c:v>2.5999999999999999E-3</c:v>
                </c:pt>
                <c:pt idx="194">
                  <c:v>6.3899999999999998E-2</c:v>
                </c:pt>
                <c:pt idx="195">
                  <c:v>-1.44E-2</c:v>
                </c:pt>
                <c:pt idx="196">
                  <c:v>-3.4099999999999998E-2</c:v>
                </c:pt>
                <c:pt idx="197">
                  <c:v>2.2700000000000001E-2</c:v>
                </c:pt>
                <c:pt idx="198">
                  <c:v>-2.5000000000000001E-3</c:v>
                </c:pt>
                <c:pt idx="199">
                  <c:v>5.0000000000000001E-3</c:v>
                </c:pt>
                <c:pt idx="200">
                  <c:v>5.4199999999999998E-2</c:v>
                </c:pt>
                <c:pt idx="201">
                  <c:v>-7.0000000000000001E-3</c:v>
                </c:pt>
                <c:pt idx="202">
                  <c:v>5.6500000000000002E-2</c:v>
                </c:pt>
                <c:pt idx="203">
                  <c:v>5.1200000000000002E-2</c:v>
                </c:pt>
                <c:pt idx="204">
                  <c:v>-2.0999999999999999E-3</c:v>
                </c:pt>
                <c:pt idx="205">
                  <c:v>8.5000000000000006E-3</c:v>
                </c:pt>
                <c:pt idx="206">
                  <c:v>4.1999999999999997E-3</c:v>
                </c:pt>
                <c:pt idx="207">
                  <c:v>4.1999999999999997E-3</c:v>
                </c:pt>
                <c:pt idx="208">
                  <c:v>2.3E-2</c:v>
                </c:pt>
                <c:pt idx="209">
                  <c:v>8.2000000000000007E-3</c:v>
                </c:pt>
                <c:pt idx="210">
                  <c:v>4.0000000000000001E-3</c:v>
                </c:pt>
                <c:pt idx="211">
                  <c:v>-4.0000000000000001E-3</c:v>
                </c:pt>
                <c:pt idx="212">
                  <c:v>2E-3</c:v>
                </c:pt>
                <c:pt idx="213">
                  <c:v>0</c:v>
                </c:pt>
                <c:pt idx="214">
                  <c:v>0</c:v>
                </c:pt>
                <c:pt idx="215">
                  <c:v>6.5699999999999995E-2</c:v>
                </c:pt>
                <c:pt idx="216">
                  <c:v>2.8400000000000002E-2</c:v>
                </c:pt>
                <c:pt idx="217">
                  <c:v>9.1999999999999998E-3</c:v>
                </c:pt>
                <c:pt idx="218">
                  <c:v>9.5899999999999999E-2</c:v>
                </c:pt>
                <c:pt idx="219">
                  <c:v>-1.67E-2</c:v>
                </c:pt>
                <c:pt idx="220">
                  <c:v>-8.5000000000000006E-3</c:v>
                </c:pt>
                <c:pt idx="221">
                  <c:v>-6.8400000000000002E-2</c:v>
                </c:pt>
                <c:pt idx="222">
                  <c:v>3.6700000000000003E-2</c:v>
                </c:pt>
                <c:pt idx="223">
                  <c:v>-8.8000000000000005E-3</c:v>
                </c:pt>
                <c:pt idx="224">
                  <c:v>-2.23E-2</c:v>
                </c:pt>
                <c:pt idx="225">
                  <c:v>-3.2000000000000001E-2</c:v>
                </c:pt>
                <c:pt idx="226">
                  <c:v>4.7000000000000002E-3</c:v>
                </c:pt>
                <c:pt idx="227">
                  <c:v>3.2899999999999999E-2</c:v>
                </c:pt>
                <c:pt idx="228">
                  <c:v>2.7300000000000001E-2</c:v>
                </c:pt>
                <c:pt idx="229">
                  <c:v>-1.3299999999999999E-2</c:v>
                </c:pt>
                <c:pt idx="230">
                  <c:v>-1.35E-2</c:v>
                </c:pt>
                <c:pt idx="231">
                  <c:v>-4.5499999999999999E-2</c:v>
                </c:pt>
                <c:pt idx="232">
                  <c:v>1.43E-2</c:v>
                </c:pt>
                <c:pt idx="233">
                  <c:v>6.5699999999999995E-2</c:v>
                </c:pt>
                <c:pt idx="234">
                  <c:v>2.1999999999999999E-2</c:v>
                </c:pt>
                <c:pt idx="235">
                  <c:v>-8.6E-3</c:v>
                </c:pt>
                <c:pt idx="236">
                  <c:v>-8.6999999999999994E-3</c:v>
                </c:pt>
                <c:pt idx="237">
                  <c:v>1.32E-2</c:v>
                </c:pt>
                <c:pt idx="238">
                  <c:v>-4.3299999999999998E-2</c:v>
                </c:pt>
                <c:pt idx="239">
                  <c:v>3.1699999999999999E-2</c:v>
                </c:pt>
                <c:pt idx="240">
                  <c:v>5.2600000000000001E-2</c:v>
                </c:pt>
                <c:pt idx="241">
                  <c:v>2.5000000000000001E-2</c:v>
                </c:pt>
                <c:pt idx="242">
                  <c:v>-8.0999999999999996E-3</c:v>
                </c:pt>
                <c:pt idx="243">
                  <c:v>1.23E-2</c:v>
                </c:pt>
                <c:pt idx="244">
                  <c:v>4.0000000000000001E-3</c:v>
                </c:pt>
                <c:pt idx="245">
                  <c:v>5.6500000000000002E-2</c:v>
                </c:pt>
                <c:pt idx="246">
                  <c:v>2.6700000000000002E-2</c:v>
                </c:pt>
                <c:pt idx="247">
                  <c:v>-2.5999999999999999E-2</c:v>
                </c:pt>
                <c:pt idx="248">
                  <c:v>7.6E-3</c:v>
                </c:pt>
                <c:pt idx="249">
                  <c:v>-3.8E-3</c:v>
                </c:pt>
                <c:pt idx="250">
                  <c:v>6.08E-2</c:v>
                </c:pt>
                <c:pt idx="251">
                  <c:v>-2.5100000000000001E-2</c:v>
                </c:pt>
                <c:pt idx="252">
                  <c:v>3.6799999999999999E-2</c:v>
                </c:pt>
                <c:pt idx="253">
                  <c:v>2.1299999999999999E-2</c:v>
                </c:pt>
                <c:pt idx="254">
                  <c:v>-6.8999999999999999E-3</c:v>
                </c:pt>
                <c:pt idx="255">
                  <c:v>0</c:v>
                </c:pt>
                <c:pt idx="256">
                  <c:v>6.6400000000000001E-2</c:v>
                </c:pt>
                <c:pt idx="257">
                  <c:v>-3.3E-3</c:v>
                </c:pt>
                <c:pt idx="258">
                  <c:v>9.9000000000000008E-3</c:v>
                </c:pt>
                <c:pt idx="259">
                  <c:v>-2.2800000000000001E-2</c:v>
                </c:pt>
                <c:pt idx="260">
                  <c:v>3.6700000000000003E-2</c:v>
                </c:pt>
                <c:pt idx="261">
                  <c:v>8.2000000000000007E-3</c:v>
                </c:pt>
                <c:pt idx="262">
                  <c:v>4.0000000000000001E-3</c:v>
                </c:pt>
                <c:pt idx="263">
                  <c:v>-4.0000000000000001E-3</c:v>
                </c:pt>
                <c:pt idx="264">
                  <c:v>2E-3</c:v>
                </c:pt>
                <c:pt idx="265">
                  <c:v>0</c:v>
                </c:pt>
                <c:pt idx="266">
                  <c:v>0</c:v>
                </c:pt>
                <c:pt idx="267">
                  <c:v>6.5699999999999995E-2</c:v>
                </c:pt>
                <c:pt idx="268">
                  <c:v>2.8400000000000002E-2</c:v>
                </c:pt>
                <c:pt idx="269">
                  <c:v>9.1999999999999998E-3</c:v>
                </c:pt>
                <c:pt idx="270">
                  <c:v>9.5899999999999999E-2</c:v>
                </c:pt>
                <c:pt idx="271">
                  <c:v>-1.67E-2</c:v>
                </c:pt>
                <c:pt idx="272">
                  <c:v>-8.5000000000000006E-3</c:v>
                </c:pt>
                <c:pt idx="273">
                  <c:v>-6.8400000000000002E-2</c:v>
                </c:pt>
                <c:pt idx="274">
                  <c:v>3.6700000000000003E-2</c:v>
                </c:pt>
                <c:pt idx="275">
                  <c:v>-8.8000000000000005E-3</c:v>
                </c:pt>
                <c:pt idx="276">
                  <c:v>-2.23E-2</c:v>
                </c:pt>
                <c:pt idx="277">
                  <c:v>-3.2000000000000001E-2</c:v>
                </c:pt>
                <c:pt idx="278">
                  <c:v>4.7000000000000002E-3</c:v>
                </c:pt>
                <c:pt idx="279">
                  <c:v>3.2899999999999999E-2</c:v>
                </c:pt>
                <c:pt idx="280">
                  <c:v>2.7300000000000001E-2</c:v>
                </c:pt>
                <c:pt idx="281">
                  <c:v>-1.3299999999999999E-2</c:v>
                </c:pt>
                <c:pt idx="282">
                  <c:v>-1.35E-2</c:v>
                </c:pt>
                <c:pt idx="283">
                  <c:v>-4.5499999999999999E-2</c:v>
                </c:pt>
                <c:pt idx="284">
                  <c:v>1.43E-2</c:v>
                </c:pt>
                <c:pt idx="285">
                  <c:v>6.5699999999999995E-2</c:v>
                </c:pt>
                <c:pt idx="286">
                  <c:v>2.1999999999999999E-2</c:v>
                </c:pt>
                <c:pt idx="287">
                  <c:v>-8.6E-3</c:v>
                </c:pt>
                <c:pt idx="288">
                  <c:v>-8.6999999999999994E-3</c:v>
                </c:pt>
                <c:pt idx="289">
                  <c:v>1.32E-2</c:v>
                </c:pt>
                <c:pt idx="290">
                  <c:v>-4.3299999999999998E-2</c:v>
                </c:pt>
                <c:pt idx="291">
                  <c:v>3.1699999999999999E-2</c:v>
                </c:pt>
                <c:pt idx="292">
                  <c:v>5.2600000000000001E-2</c:v>
                </c:pt>
                <c:pt idx="293">
                  <c:v>2.5000000000000001E-2</c:v>
                </c:pt>
                <c:pt idx="294">
                  <c:v>-8.0999999999999996E-3</c:v>
                </c:pt>
                <c:pt idx="295">
                  <c:v>1.23E-2</c:v>
                </c:pt>
                <c:pt idx="296">
                  <c:v>4.0000000000000001E-3</c:v>
                </c:pt>
                <c:pt idx="297">
                  <c:v>5.6500000000000002E-2</c:v>
                </c:pt>
                <c:pt idx="298">
                  <c:v>2.6700000000000002E-2</c:v>
                </c:pt>
                <c:pt idx="299">
                  <c:v>-2.5999999999999999E-2</c:v>
                </c:pt>
                <c:pt idx="300">
                  <c:v>7.6E-3</c:v>
                </c:pt>
                <c:pt idx="301">
                  <c:v>-3.8E-3</c:v>
                </c:pt>
                <c:pt idx="302">
                  <c:v>6.08E-2</c:v>
                </c:pt>
                <c:pt idx="303">
                  <c:v>-2.5100000000000001E-2</c:v>
                </c:pt>
                <c:pt idx="304">
                  <c:v>3.6799999999999999E-2</c:v>
                </c:pt>
                <c:pt idx="305">
                  <c:v>2.1299999999999999E-2</c:v>
                </c:pt>
                <c:pt idx="306">
                  <c:v>-6.8999999999999999E-3</c:v>
                </c:pt>
                <c:pt idx="307">
                  <c:v>0</c:v>
                </c:pt>
                <c:pt idx="308">
                  <c:v>6.6400000000000001E-2</c:v>
                </c:pt>
                <c:pt idx="309">
                  <c:v>-3.3E-3</c:v>
                </c:pt>
                <c:pt idx="310">
                  <c:v>9.9000000000000008E-3</c:v>
                </c:pt>
                <c:pt idx="311">
                  <c:v>-2.2800000000000001E-2</c:v>
                </c:pt>
                <c:pt idx="312">
                  <c:v>3.6700000000000003E-2</c:v>
                </c:pt>
                <c:pt idx="313">
                  <c:v>1.61E-2</c:v>
                </c:pt>
                <c:pt idx="314">
                  <c:v>9.4999999999999998E-3</c:v>
                </c:pt>
                <c:pt idx="315">
                  <c:v>-1.5699999999999999E-2</c:v>
                </c:pt>
                <c:pt idx="316">
                  <c:v>2.23E-2</c:v>
                </c:pt>
                <c:pt idx="317">
                  <c:v>9.2999999999999992E-3</c:v>
                </c:pt>
                <c:pt idx="318">
                  <c:v>2.47E-2</c:v>
                </c:pt>
                <c:pt idx="319">
                  <c:v>-6.0000000000000001E-3</c:v>
                </c:pt>
                <c:pt idx="320">
                  <c:v>6.1000000000000004E-3</c:v>
                </c:pt>
                <c:pt idx="321">
                  <c:v>-6.6299999999999998E-2</c:v>
                </c:pt>
                <c:pt idx="322">
                  <c:v>3.5499999999999997E-2</c:v>
                </c:pt>
                <c:pt idx="323">
                  <c:v>-6.1999999999999998E-3</c:v>
                </c:pt>
                <c:pt idx="324">
                  <c:v>2.5100000000000001E-2</c:v>
                </c:pt>
                <c:pt idx="325">
                  <c:v>-5.5E-2</c:v>
                </c:pt>
                <c:pt idx="326">
                  <c:v>-2.52E-2</c:v>
                </c:pt>
                <c:pt idx="327">
                  <c:v>-1.06E-2</c:v>
                </c:pt>
                <c:pt idx="328">
                  <c:v>-1.61E-2</c:v>
                </c:pt>
                <c:pt idx="329">
                  <c:v>5.8700000000000002E-2</c:v>
                </c:pt>
                <c:pt idx="330">
                  <c:v>7.4700000000000003E-2</c:v>
                </c:pt>
                <c:pt idx="331">
                  <c:v>4.6800000000000001E-2</c:v>
                </c:pt>
                <c:pt idx="332">
                  <c:v>-9.1999999999999998E-3</c:v>
                </c:pt>
                <c:pt idx="333">
                  <c:v>4.5999999999999999E-3</c:v>
                </c:pt>
                <c:pt idx="334">
                  <c:v>-1.4999999999999999E-2</c:v>
                </c:pt>
                <c:pt idx="335">
                  <c:v>-1.29E-2</c:v>
                </c:pt>
                <c:pt idx="336">
                  <c:v>3.5499999999999997E-2</c:v>
                </c:pt>
                <c:pt idx="337">
                  <c:v>7.8899999999999998E-2</c:v>
                </c:pt>
                <c:pt idx="338">
                  <c:v>-4.1999999999999997E-3</c:v>
                </c:pt>
                <c:pt idx="339">
                  <c:v>-1.6E-2</c:v>
                </c:pt>
                <c:pt idx="340">
                  <c:v>-1.0800000000000001E-2</c:v>
                </c:pt>
                <c:pt idx="341">
                  <c:v>2.7300000000000001E-2</c:v>
                </c:pt>
                <c:pt idx="342">
                  <c:v>-1.06E-2</c:v>
                </c:pt>
                <c:pt idx="343">
                  <c:v>6.4999999999999997E-3</c:v>
                </c:pt>
                <c:pt idx="344">
                  <c:v>4.3799999999999999E-2</c:v>
                </c:pt>
                <c:pt idx="345">
                  <c:v>6.1899999999999997E-2</c:v>
                </c:pt>
                <c:pt idx="346">
                  <c:v>-6.9900000000000004E-2</c:v>
                </c:pt>
                <c:pt idx="347">
                  <c:v>0</c:v>
                </c:pt>
                <c:pt idx="348">
                  <c:v>-3.0099999999999998E-2</c:v>
                </c:pt>
                <c:pt idx="349">
                  <c:v>-5.7700000000000001E-2</c:v>
                </c:pt>
                <c:pt idx="350">
                  <c:v>-2.7199999999999998E-2</c:v>
                </c:pt>
                <c:pt idx="351">
                  <c:v>1.7500000000000002E-2</c:v>
                </c:pt>
                <c:pt idx="352">
                  <c:v>2.3E-3</c:v>
                </c:pt>
                <c:pt idx="353">
                  <c:v>0.04</c:v>
                </c:pt>
                <c:pt idx="354">
                  <c:v>4.6199999999999998E-2</c:v>
                </c:pt>
                <c:pt idx="355">
                  <c:v>3.4700000000000002E-2</c:v>
                </c:pt>
                <c:pt idx="356">
                  <c:v>-4.4699999999999997E-2</c:v>
                </c:pt>
                <c:pt idx="357">
                  <c:v>5.0999999999999997E-2</c:v>
                </c:pt>
                <c:pt idx="358">
                  <c:v>-5.16E-2</c:v>
                </c:pt>
                <c:pt idx="359">
                  <c:v>1.3899999999999999E-2</c:v>
                </c:pt>
                <c:pt idx="360">
                  <c:v>1.47E-2</c:v>
                </c:pt>
                <c:pt idx="361">
                  <c:v>2.07E-2</c:v>
                </c:pt>
                <c:pt idx="362">
                  <c:v>1.12E-2</c:v>
                </c:pt>
                <c:pt idx="363">
                  <c:v>4.0000000000000001E-3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4DD-4942-8416-54251B05CAA0}"/>
            </c:ext>
          </c:extLst>
        </c:ser>
        <c:ser>
          <c:idx val="1"/>
          <c:order val="1"/>
          <c:tx>
            <c:v>Predicted Y</c:v>
          </c:tx>
          <c:spPr>
            <a:ln w="25400" cap="rnd">
              <a:noFill/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 cap="rnd">
                <a:solidFill>
                  <a:schemeClr val="accent2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</c:marker>
          <c:xVal>
            <c:numRef>
              <c:f>'Kri-Kri Milk Stock Price Histor'!$E$2:$E$365</c:f>
              <c:numCache>
                <c:formatCode>0.00%</c:formatCode>
                <c:ptCount val="364"/>
                <c:pt idx="0">
                  <c:v>3.8E-3</c:v>
                </c:pt>
                <c:pt idx="1">
                  <c:v>1.15E-2</c:v>
                </c:pt>
                <c:pt idx="2">
                  <c:v>1.54E-2</c:v>
                </c:pt>
                <c:pt idx="3">
                  <c:v>-3.9800000000000002E-2</c:v>
                </c:pt>
                <c:pt idx="4">
                  <c:v>0</c:v>
                </c:pt>
                <c:pt idx="5">
                  <c:v>1.2500000000000001E-2</c:v>
                </c:pt>
                <c:pt idx="6">
                  <c:v>-3.1699999999999999E-2</c:v>
                </c:pt>
                <c:pt idx="7">
                  <c:v>-0.19339999999999999</c:v>
                </c:pt>
                <c:pt idx="8">
                  <c:v>-4.9399999999999999E-2</c:v>
                </c:pt>
                <c:pt idx="9">
                  <c:v>-0.19389999999999999</c:v>
                </c:pt>
                <c:pt idx="10">
                  <c:v>5.7000000000000002E-3</c:v>
                </c:pt>
                <c:pt idx="11">
                  <c:v>-7.7000000000000002E-3</c:v>
                </c:pt>
                <c:pt idx="12">
                  <c:v>-1.84E-2</c:v>
                </c:pt>
                <c:pt idx="13">
                  <c:v>0.1231</c:v>
                </c:pt>
                <c:pt idx="14">
                  <c:v>-8.9999999999999998E-4</c:v>
                </c:pt>
                <c:pt idx="15">
                  <c:v>-5.9999999999999995E-4</c:v>
                </c:pt>
                <c:pt idx="16">
                  <c:v>3.5999999999999997E-2</c:v>
                </c:pt>
                <c:pt idx="17">
                  <c:v>-3.85E-2</c:v>
                </c:pt>
                <c:pt idx="18">
                  <c:v>-1.7899999999999999E-2</c:v>
                </c:pt>
                <c:pt idx="19">
                  <c:v>2.69E-2</c:v>
                </c:pt>
                <c:pt idx="20">
                  <c:v>7.1199999999999999E-2</c:v>
                </c:pt>
                <c:pt idx="21">
                  <c:v>4.7300000000000002E-2</c:v>
                </c:pt>
                <c:pt idx="22">
                  <c:v>-5.3600000000000002E-2</c:v>
                </c:pt>
                <c:pt idx="23">
                  <c:v>3.3300000000000003E-2</c:v>
                </c:pt>
                <c:pt idx="24">
                  <c:v>-3.95E-2</c:v>
                </c:pt>
                <c:pt idx="25">
                  <c:v>2.5899999999999999E-2</c:v>
                </c:pt>
                <c:pt idx="26">
                  <c:v>-3.8800000000000001E-2</c:v>
                </c:pt>
                <c:pt idx="27">
                  <c:v>1.34E-2</c:v>
                </c:pt>
                <c:pt idx="28">
                  <c:v>-1.12E-2</c:v>
                </c:pt>
                <c:pt idx="29">
                  <c:v>-2.63E-2</c:v>
                </c:pt>
                <c:pt idx="30">
                  <c:v>2.4299999999999999E-2</c:v>
                </c:pt>
                <c:pt idx="31">
                  <c:v>2.8E-3</c:v>
                </c:pt>
                <c:pt idx="32">
                  <c:v>-1.6999999999999999E-3</c:v>
                </c:pt>
                <c:pt idx="33">
                  <c:v>1.9E-3</c:v>
                </c:pt>
                <c:pt idx="34">
                  <c:v>7.6E-3</c:v>
                </c:pt>
                <c:pt idx="35">
                  <c:v>-5.1000000000000004E-3</c:v>
                </c:pt>
                <c:pt idx="36">
                  <c:v>3.5400000000000001E-2</c:v>
                </c:pt>
                <c:pt idx="37">
                  <c:v>-6.1699999999999998E-2</c:v>
                </c:pt>
                <c:pt idx="38">
                  <c:v>1.26E-2</c:v>
                </c:pt>
                <c:pt idx="39">
                  <c:v>4.1200000000000001E-2</c:v>
                </c:pt>
                <c:pt idx="40">
                  <c:v>-4.8000000000000001E-2</c:v>
                </c:pt>
                <c:pt idx="41">
                  <c:v>-1.2699999999999999E-2</c:v>
                </c:pt>
                <c:pt idx="42">
                  <c:v>-6.9900000000000004E-2</c:v>
                </c:pt>
                <c:pt idx="43">
                  <c:v>3.27E-2</c:v>
                </c:pt>
                <c:pt idx="44">
                  <c:v>0.1149</c:v>
                </c:pt>
                <c:pt idx="45">
                  <c:v>6.6799999999999998E-2</c:v>
                </c:pt>
                <c:pt idx="46">
                  <c:v>5.3100000000000001E-2</c:v>
                </c:pt>
                <c:pt idx="47">
                  <c:v>6.5600000000000006E-2</c:v>
                </c:pt>
                <c:pt idx="48">
                  <c:v>-7.4999999999999997E-3</c:v>
                </c:pt>
                <c:pt idx="49">
                  <c:v>2.7E-2</c:v>
                </c:pt>
                <c:pt idx="50">
                  <c:v>-1.5699999999999999E-2</c:v>
                </c:pt>
                <c:pt idx="51">
                  <c:v>2.7300000000000001E-2</c:v>
                </c:pt>
                <c:pt idx="52">
                  <c:v>1.2699999999999999E-2</c:v>
                </c:pt>
                <c:pt idx="53">
                  <c:v>-3.56E-2</c:v>
                </c:pt>
                <c:pt idx="54">
                  <c:v>-1.41E-2</c:v>
                </c:pt>
                <c:pt idx="55">
                  <c:v>-3.7900000000000003E-2</c:v>
                </c:pt>
                <c:pt idx="56">
                  <c:v>2.0199999999999999E-2</c:v>
                </c:pt>
                <c:pt idx="57">
                  <c:v>1.4999999999999999E-2</c:v>
                </c:pt>
                <c:pt idx="58">
                  <c:v>6.8999999999999999E-3</c:v>
                </c:pt>
                <c:pt idx="59">
                  <c:v>1.4E-2</c:v>
                </c:pt>
                <c:pt idx="60">
                  <c:v>4.1200000000000001E-2</c:v>
                </c:pt>
                <c:pt idx="61">
                  <c:v>0.03</c:v>
                </c:pt>
                <c:pt idx="62">
                  <c:v>-1.9699999999999999E-2</c:v>
                </c:pt>
                <c:pt idx="63">
                  <c:v>2.2499999999999999E-2</c:v>
                </c:pt>
                <c:pt idx="64">
                  <c:v>2.75E-2</c:v>
                </c:pt>
                <c:pt idx="65">
                  <c:v>1.8800000000000001E-2</c:v>
                </c:pt>
                <c:pt idx="66">
                  <c:v>7.7999999999999996E-3</c:v>
                </c:pt>
                <c:pt idx="67">
                  <c:v>1.1000000000000001E-3</c:v>
                </c:pt>
                <c:pt idx="68">
                  <c:v>1.2E-2</c:v>
                </c:pt>
                <c:pt idx="69">
                  <c:v>-1.47E-2</c:v>
                </c:pt>
                <c:pt idx="70">
                  <c:v>1.12E-2</c:v>
                </c:pt>
                <c:pt idx="71">
                  <c:v>-4.36E-2</c:v>
                </c:pt>
                <c:pt idx="72">
                  <c:v>2.3099999999999999E-2</c:v>
                </c:pt>
                <c:pt idx="73">
                  <c:v>1.5800000000000002E-2</c:v>
                </c:pt>
                <c:pt idx="74">
                  <c:v>2.69E-2</c:v>
                </c:pt>
                <c:pt idx="75">
                  <c:v>-2.1899999999999999E-2</c:v>
                </c:pt>
                <c:pt idx="76">
                  <c:v>2.3999999999999998E-3</c:v>
                </c:pt>
                <c:pt idx="77">
                  <c:v>-2.3199999999999998E-2</c:v>
                </c:pt>
                <c:pt idx="78">
                  <c:v>-1.4E-2</c:v>
                </c:pt>
                <c:pt idx="79">
                  <c:v>-8.5000000000000006E-3</c:v>
                </c:pt>
                <c:pt idx="80">
                  <c:v>-2.7000000000000001E-3</c:v>
                </c:pt>
                <c:pt idx="81">
                  <c:v>2.76E-2</c:v>
                </c:pt>
                <c:pt idx="82">
                  <c:v>5.8999999999999999E-3</c:v>
                </c:pt>
                <c:pt idx="83">
                  <c:v>2E-3</c:v>
                </c:pt>
                <c:pt idx="84">
                  <c:v>-1.3599999999999999E-2</c:v>
                </c:pt>
                <c:pt idx="85">
                  <c:v>3.5400000000000001E-2</c:v>
                </c:pt>
                <c:pt idx="86">
                  <c:v>6.9999999999999999E-4</c:v>
                </c:pt>
                <c:pt idx="87">
                  <c:v>-1.52E-2</c:v>
                </c:pt>
                <c:pt idx="88">
                  <c:v>1.2999999999999999E-2</c:v>
                </c:pt>
                <c:pt idx="89">
                  <c:v>-4.3499999999999997E-2</c:v>
                </c:pt>
                <c:pt idx="90">
                  <c:v>-2.3E-3</c:v>
                </c:pt>
                <c:pt idx="91">
                  <c:v>2.47E-2</c:v>
                </c:pt>
                <c:pt idx="92">
                  <c:v>2.3999999999999998E-3</c:v>
                </c:pt>
                <c:pt idx="93">
                  <c:v>1.15E-2</c:v>
                </c:pt>
                <c:pt idx="94">
                  <c:v>-7.7000000000000002E-3</c:v>
                </c:pt>
                <c:pt idx="95">
                  <c:v>9.7999999999999997E-3</c:v>
                </c:pt>
                <c:pt idx="96">
                  <c:v>7.7999999999999996E-3</c:v>
                </c:pt>
                <c:pt idx="97">
                  <c:v>1.1999999999999999E-3</c:v>
                </c:pt>
                <c:pt idx="98">
                  <c:v>-6.13E-2</c:v>
                </c:pt>
                <c:pt idx="99">
                  <c:v>2.3599999999999999E-2</c:v>
                </c:pt>
                <c:pt idx="100">
                  <c:v>2.2100000000000002E-2</c:v>
                </c:pt>
                <c:pt idx="101">
                  <c:v>-1.24E-2</c:v>
                </c:pt>
                <c:pt idx="102">
                  <c:v>3.5999999999999999E-3</c:v>
                </c:pt>
                <c:pt idx="103">
                  <c:v>2.8999999999999998E-3</c:v>
                </c:pt>
                <c:pt idx="104">
                  <c:v>1.47E-2</c:v>
                </c:pt>
                <c:pt idx="105">
                  <c:v>4.7300000000000002E-2</c:v>
                </c:pt>
                <c:pt idx="106">
                  <c:v>-7.3000000000000001E-3</c:v>
                </c:pt>
                <c:pt idx="107">
                  <c:v>-1.9099999999999999E-2</c:v>
                </c:pt>
                <c:pt idx="108">
                  <c:v>2.23E-2</c:v>
                </c:pt>
                <c:pt idx="109">
                  <c:v>2.76E-2</c:v>
                </c:pt>
                <c:pt idx="110">
                  <c:v>-1.5599999999999999E-2</c:v>
                </c:pt>
                <c:pt idx="111">
                  <c:v>-0.03</c:v>
                </c:pt>
                <c:pt idx="112">
                  <c:v>-0.1138</c:v>
                </c:pt>
                <c:pt idx="113">
                  <c:v>7.6E-3</c:v>
                </c:pt>
                <c:pt idx="114">
                  <c:v>4.2200000000000001E-2</c:v>
                </c:pt>
                <c:pt idx="115">
                  <c:v>-2.29E-2</c:v>
                </c:pt>
                <c:pt idx="116">
                  <c:v>5.6399999999999999E-2</c:v>
                </c:pt>
                <c:pt idx="117">
                  <c:v>1.7500000000000002E-2</c:v>
                </c:pt>
                <c:pt idx="118">
                  <c:v>1.4E-2</c:v>
                </c:pt>
                <c:pt idx="119">
                  <c:v>3.3399999999999999E-2</c:v>
                </c:pt>
                <c:pt idx="120">
                  <c:v>-2.87E-2</c:v>
                </c:pt>
                <c:pt idx="121">
                  <c:v>-6.0400000000000002E-2</c:v>
                </c:pt>
                <c:pt idx="122">
                  <c:v>2.9999999999999997E-4</c:v>
                </c:pt>
                <c:pt idx="123">
                  <c:v>-8.0000000000000002E-3</c:v>
                </c:pt>
                <c:pt idx="124">
                  <c:v>3.6499999999999998E-2</c:v>
                </c:pt>
                <c:pt idx="125">
                  <c:v>6.1000000000000004E-3</c:v>
                </c:pt>
                <c:pt idx="126">
                  <c:v>-3.8300000000000001E-2</c:v>
                </c:pt>
                <c:pt idx="127">
                  <c:v>-4.3099999999999999E-2</c:v>
                </c:pt>
                <c:pt idx="128">
                  <c:v>1.14E-2</c:v>
                </c:pt>
                <c:pt idx="129">
                  <c:v>-3.4799999999999998E-2</c:v>
                </c:pt>
                <c:pt idx="130">
                  <c:v>-4.4999999999999997E-3</c:v>
                </c:pt>
                <c:pt idx="131">
                  <c:v>-9.4000000000000004E-3</c:v>
                </c:pt>
                <c:pt idx="132">
                  <c:v>4.4499999999999998E-2</c:v>
                </c:pt>
                <c:pt idx="133">
                  <c:v>2.5399999999999999E-2</c:v>
                </c:pt>
                <c:pt idx="134">
                  <c:v>-2.0999999999999999E-3</c:v>
                </c:pt>
                <c:pt idx="135">
                  <c:v>3.4799999999999998E-2</c:v>
                </c:pt>
                <c:pt idx="136">
                  <c:v>2.3199999999999998E-2</c:v>
                </c:pt>
                <c:pt idx="137">
                  <c:v>-6.0000000000000001E-3</c:v>
                </c:pt>
                <c:pt idx="138">
                  <c:v>-5.4800000000000001E-2</c:v>
                </c:pt>
                <c:pt idx="139">
                  <c:v>-3.3999999999999998E-3</c:v>
                </c:pt>
                <c:pt idx="140">
                  <c:v>-6.7999999999999996E-3</c:v>
                </c:pt>
                <c:pt idx="141">
                  <c:v>-4.5499999999999999E-2</c:v>
                </c:pt>
                <c:pt idx="142">
                  <c:v>-6.4999999999999997E-3</c:v>
                </c:pt>
                <c:pt idx="143">
                  <c:v>2.6700000000000002E-2</c:v>
                </c:pt>
                <c:pt idx="144">
                  <c:v>2.24E-2</c:v>
                </c:pt>
                <c:pt idx="145">
                  <c:v>2.7199999999999998E-2</c:v>
                </c:pt>
                <c:pt idx="146">
                  <c:v>6.7000000000000002E-3</c:v>
                </c:pt>
                <c:pt idx="147">
                  <c:v>2.1299999999999999E-2</c:v>
                </c:pt>
                <c:pt idx="148">
                  <c:v>2.12E-2</c:v>
                </c:pt>
                <c:pt idx="149">
                  <c:v>-8.8000000000000005E-3</c:v>
                </c:pt>
                <c:pt idx="150">
                  <c:v>3.1199999999999999E-2</c:v>
                </c:pt>
                <c:pt idx="151">
                  <c:v>-1.49E-2</c:v>
                </c:pt>
                <c:pt idx="152">
                  <c:v>1.3299999999999999E-2</c:v>
                </c:pt>
                <c:pt idx="153">
                  <c:v>-4.4999999999999997E-3</c:v>
                </c:pt>
                <c:pt idx="154">
                  <c:v>1.03E-2</c:v>
                </c:pt>
                <c:pt idx="155">
                  <c:v>9.2999999999999992E-3</c:v>
                </c:pt>
                <c:pt idx="156">
                  <c:v>2.3300000000000001E-2</c:v>
                </c:pt>
                <c:pt idx="157">
                  <c:v>1.78E-2</c:v>
                </c:pt>
                <c:pt idx="158">
                  <c:v>1.0999999999999999E-2</c:v>
                </c:pt>
                <c:pt idx="159">
                  <c:v>3.7199999999999997E-2</c:v>
                </c:pt>
                <c:pt idx="160">
                  <c:v>1.77E-2</c:v>
                </c:pt>
                <c:pt idx="161">
                  <c:v>3.3599999999999998E-2</c:v>
                </c:pt>
                <c:pt idx="162">
                  <c:v>3.2399999999999998E-2</c:v>
                </c:pt>
                <c:pt idx="163">
                  <c:v>9.5999999999999992E-3</c:v>
                </c:pt>
                <c:pt idx="164">
                  <c:v>1.1999999999999999E-3</c:v>
                </c:pt>
                <c:pt idx="165">
                  <c:v>-5.2400000000000002E-2</c:v>
                </c:pt>
                <c:pt idx="166">
                  <c:v>-3.4099999999999998E-2</c:v>
                </c:pt>
                <c:pt idx="167">
                  <c:v>1E-3</c:v>
                </c:pt>
                <c:pt idx="168">
                  <c:v>3.27E-2</c:v>
                </c:pt>
                <c:pt idx="169">
                  <c:v>1.84E-2</c:v>
                </c:pt>
                <c:pt idx="170">
                  <c:v>2.6800000000000001E-2</c:v>
                </c:pt>
                <c:pt idx="171">
                  <c:v>7.7000000000000002E-3</c:v>
                </c:pt>
                <c:pt idx="172">
                  <c:v>-2.3599999999999999E-2</c:v>
                </c:pt>
                <c:pt idx="173">
                  <c:v>2.41E-2</c:v>
                </c:pt>
                <c:pt idx="174">
                  <c:v>1.04E-2</c:v>
                </c:pt>
                <c:pt idx="175">
                  <c:v>8.5000000000000006E-3</c:v>
                </c:pt>
                <c:pt idx="176">
                  <c:v>7.8200000000000006E-2</c:v>
                </c:pt>
                <c:pt idx="177">
                  <c:v>-2.5000000000000001E-3</c:v>
                </c:pt>
                <c:pt idx="178">
                  <c:v>3.5999999999999997E-2</c:v>
                </c:pt>
                <c:pt idx="179">
                  <c:v>1.26E-2</c:v>
                </c:pt>
                <c:pt idx="180">
                  <c:v>-6.8999999999999999E-3</c:v>
                </c:pt>
                <c:pt idx="181">
                  <c:v>7.7999999999999996E-3</c:v>
                </c:pt>
                <c:pt idx="182">
                  <c:v>-2.0000000000000001E-4</c:v>
                </c:pt>
                <c:pt idx="183">
                  <c:v>3.6999999999999998E-2</c:v>
                </c:pt>
                <c:pt idx="184">
                  <c:v>1.0200000000000001E-2</c:v>
                </c:pt>
                <c:pt idx="185">
                  <c:v>-4.0000000000000001E-3</c:v>
                </c:pt>
                <c:pt idx="186">
                  <c:v>-1.0800000000000001E-2</c:v>
                </c:pt>
                <c:pt idx="187">
                  <c:v>-2.4799999999999999E-2</c:v>
                </c:pt>
                <c:pt idx="188">
                  <c:v>-1.83E-2</c:v>
                </c:pt>
                <c:pt idx="189">
                  <c:v>2.8799999999999999E-2</c:v>
                </c:pt>
                <c:pt idx="190">
                  <c:v>-2.0000000000000001E-4</c:v>
                </c:pt>
                <c:pt idx="191">
                  <c:v>-3.0800000000000001E-2</c:v>
                </c:pt>
                <c:pt idx="192">
                  <c:v>-6.9999999999999999E-4</c:v>
                </c:pt>
                <c:pt idx="193">
                  <c:v>-3.2399999999999998E-2</c:v>
                </c:pt>
                <c:pt idx="194">
                  <c:v>-6.8999999999999999E-3</c:v>
                </c:pt>
                <c:pt idx="195">
                  <c:v>-5.9900000000000002E-2</c:v>
                </c:pt>
                <c:pt idx="196">
                  <c:v>2.8799999999999999E-2</c:v>
                </c:pt>
                <c:pt idx="197">
                  <c:v>4.4999999999999997E-3</c:v>
                </c:pt>
                <c:pt idx="198">
                  <c:v>3.3E-3</c:v>
                </c:pt>
                <c:pt idx="199">
                  <c:v>3.4799999999999998E-2</c:v>
                </c:pt>
                <c:pt idx="200">
                  <c:v>-1.37E-2</c:v>
                </c:pt>
                <c:pt idx="201">
                  <c:v>3.9399999999999998E-2</c:v>
                </c:pt>
                <c:pt idx="202">
                  <c:v>6.6E-3</c:v>
                </c:pt>
                <c:pt idx="203">
                  <c:v>1.7000000000000001E-2</c:v>
                </c:pt>
                <c:pt idx="204">
                  <c:v>-3.8999999999999998E-3</c:v>
                </c:pt>
                <c:pt idx="205">
                  <c:v>1.23E-2</c:v>
                </c:pt>
                <c:pt idx="206">
                  <c:v>1E-4</c:v>
                </c:pt>
                <c:pt idx="207">
                  <c:v>1.6999999999999999E-3</c:v>
                </c:pt>
                <c:pt idx="208">
                  <c:v>1.43E-2</c:v>
                </c:pt>
                <c:pt idx="209">
                  <c:v>3.1199999999999999E-2</c:v>
                </c:pt>
                <c:pt idx="210">
                  <c:v>-9.2999999999999992E-3</c:v>
                </c:pt>
                <c:pt idx="211">
                  <c:v>1.5599999999999999E-2</c:v>
                </c:pt>
                <c:pt idx="212">
                  <c:v>1.77E-2</c:v>
                </c:pt>
                <c:pt idx="213">
                  <c:v>1.1599999999999999E-2</c:v>
                </c:pt>
                <c:pt idx="214">
                  <c:v>3.0999999999999999E-3</c:v>
                </c:pt>
                <c:pt idx="215">
                  <c:v>5.7000000000000002E-3</c:v>
                </c:pt>
                <c:pt idx="216">
                  <c:v>6.7000000000000002E-3</c:v>
                </c:pt>
                <c:pt idx="217">
                  <c:v>3.0000000000000001E-3</c:v>
                </c:pt>
                <c:pt idx="218">
                  <c:v>-3.5000000000000001E-3</c:v>
                </c:pt>
                <c:pt idx="219">
                  <c:v>2.2000000000000001E-3</c:v>
                </c:pt>
                <c:pt idx="220">
                  <c:v>-2E-3</c:v>
                </c:pt>
                <c:pt idx="221">
                  <c:v>-2.7300000000000001E-2</c:v>
                </c:pt>
                <c:pt idx="222">
                  <c:v>1.24E-2</c:v>
                </c:pt>
                <c:pt idx="223">
                  <c:v>-5.7000000000000002E-3</c:v>
                </c:pt>
                <c:pt idx="224">
                  <c:v>4.48E-2</c:v>
                </c:pt>
                <c:pt idx="225">
                  <c:v>-1.9E-3</c:v>
                </c:pt>
                <c:pt idx="226">
                  <c:v>2.1899999999999999E-2</c:v>
                </c:pt>
                <c:pt idx="227">
                  <c:v>4.3E-3</c:v>
                </c:pt>
                <c:pt idx="228">
                  <c:v>-8.6E-3</c:v>
                </c:pt>
                <c:pt idx="229">
                  <c:v>-3.1E-2</c:v>
                </c:pt>
                <c:pt idx="230">
                  <c:v>1.8499999999999999E-2</c:v>
                </c:pt>
                <c:pt idx="231">
                  <c:v>-3.5299999999999998E-2</c:v>
                </c:pt>
                <c:pt idx="232">
                  <c:v>1.2200000000000001E-2</c:v>
                </c:pt>
                <c:pt idx="233">
                  <c:v>-1.3899999999999999E-2</c:v>
                </c:pt>
                <c:pt idx="234">
                  <c:v>2.58E-2</c:v>
                </c:pt>
                <c:pt idx="235">
                  <c:v>8.2000000000000007E-3</c:v>
                </c:pt>
                <c:pt idx="236">
                  <c:v>8.3000000000000001E-3</c:v>
                </c:pt>
                <c:pt idx="237">
                  <c:v>3.3E-3</c:v>
                </c:pt>
                <c:pt idx="238">
                  <c:v>-2.6100000000000002E-2</c:v>
                </c:pt>
                <c:pt idx="239">
                  <c:v>-3.3300000000000003E-2</c:v>
                </c:pt>
                <c:pt idx="240">
                  <c:v>3.5099999999999999E-2</c:v>
                </c:pt>
                <c:pt idx="241">
                  <c:v>5.0000000000000001E-4</c:v>
                </c:pt>
                <c:pt idx="242">
                  <c:v>-1E-3</c:v>
                </c:pt>
                <c:pt idx="243">
                  <c:v>8.3000000000000001E-3</c:v>
                </c:pt>
                <c:pt idx="244">
                  <c:v>-1.66E-2</c:v>
                </c:pt>
                <c:pt idx="245">
                  <c:v>4.1999999999999997E-3</c:v>
                </c:pt>
                <c:pt idx="246">
                  <c:v>3.0499999999999999E-2</c:v>
                </c:pt>
                <c:pt idx="247">
                  <c:v>-2.1000000000000001E-2</c:v>
                </c:pt>
                <c:pt idx="248">
                  <c:v>-1.47E-2</c:v>
                </c:pt>
                <c:pt idx="249">
                  <c:v>1.89E-2</c:v>
                </c:pt>
                <c:pt idx="250">
                  <c:v>-3.6900000000000002E-2</c:v>
                </c:pt>
                <c:pt idx="251">
                  <c:v>2.0000000000000001E-4</c:v>
                </c:pt>
                <c:pt idx="252">
                  <c:v>1.6299999999999999E-2</c:v>
                </c:pt>
                <c:pt idx="253">
                  <c:v>-6.6E-3</c:v>
                </c:pt>
                <c:pt idx="254">
                  <c:v>-1.6000000000000001E-3</c:v>
                </c:pt>
                <c:pt idx="255">
                  <c:v>-5.7999999999999996E-3</c:v>
                </c:pt>
                <c:pt idx="256">
                  <c:v>4.5199999999999997E-2</c:v>
                </c:pt>
                <c:pt idx="257">
                  <c:v>8.8000000000000005E-3</c:v>
                </c:pt>
                <c:pt idx="258">
                  <c:v>-1.14E-2</c:v>
                </c:pt>
                <c:pt idx="259">
                  <c:v>3.3999999999999998E-3</c:v>
                </c:pt>
                <c:pt idx="260">
                  <c:v>2.0199999999999999E-2</c:v>
                </c:pt>
                <c:pt idx="261">
                  <c:v>3.1199999999999999E-2</c:v>
                </c:pt>
                <c:pt idx="262">
                  <c:v>-9.2999999999999992E-3</c:v>
                </c:pt>
                <c:pt idx="263">
                  <c:v>1.5599999999999999E-2</c:v>
                </c:pt>
                <c:pt idx="264">
                  <c:v>1.77E-2</c:v>
                </c:pt>
                <c:pt idx="265">
                  <c:v>1.1599999999999999E-2</c:v>
                </c:pt>
                <c:pt idx="266">
                  <c:v>3.0999999999999999E-3</c:v>
                </c:pt>
                <c:pt idx="267">
                  <c:v>5.7000000000000002E-3</c:v>
                </c:pt>
                <c:pt idx="268">
                  <c:v>6.7000000000000002E-3</c:v>
                </c:pt>
                <c:pt idx="269">
                  <c:v>3.0000000000000001E-3</c:v>
                </c:pt>
                <c:pt idx="270">
                  <c:v>-3.5000000000000001E-3</c:v>
                </c:pt>
                <c:pt idx="271">
                  <c:v>2.2000000000000001E-3</c:v>
                </c:pt>
                <c:pt idx="272">
                  <c:v>-2E-3</c:v>
                </c:pt>
                <c:pt idx="273">
                  <c:v>-2.7300000000000001E-2</c:v>
                </c:pt>
                <c:pt idx="274">
                  <c:v>1.24E-2</c:v>
                </c:pt>
                <c:pt idx="275">
                  <c:v>-5.7000000000000002E-3</c:v>
                </c:pt>
                <c:pt idx="276">
                  <c:v>4.48E-2</c:v>
                </c:pt>
                <c:pt idx="277">
                  <c:v>-1.9E-3</c:v>
                </c:pt>
                <c:pt idx="278">
                  <c:v>2.1899999999999999E-2</c:v>
                </c:pt>
                <c:pt idx="279">
                  <c:v>4.3E-3</c:v>
                </c:pt>
                <c:pt idx="280">
                  <c:v>-8.6E-3</c:v>
                </c:pt>
                <c:pt idx="281">
                  <c:v>-3.1E-2</c:v>
                </c:pt>
                <c:pt idx="282">
                  <c:v>1.8499999999999999E-2</c:v>
                </c:pt>
                <c:pt idx="283">
                  <c:v>-3.5299999999999998E-2</c:v>
                </c:pt>
                <c:pt idx="284">
                  <c:v>1.2200000000000001E-2</c:v>
                </c:pt>
                <c:pt idx="285">
                  <c:v>-1.3899999999999999E-2</c:v>
                </c:pt>
                <c:pt idx="286">
                  <c:v>2.58E-2</c:v>
                </c:pt>
                <c:pt idx="287">
                  <c:v>8.2000000000000007E-3</c:v>
                </c:pt>
                <c:pt idx="288">
                  <c:v>8.3000000000000001E-3</c:v>
                </c:pt>
                <c:pt idx="289">
                  <c:v>3.3E-3</c:v>
                </c:pt>
                <c:pt idx="290">
                  <c:v>-2.6100000000000002E-2</c:v>
                </c:pt>
                <c:pt idx="291">
                  <c:v>-3.3300000000000003E-2</c:v>
                </c:pt>
                <c:pt idx="292">
                  <c:v>3.5099999999999999E-2</c:v>
                </c:pt>
                <c:pt idx="293">
                  <c:v>5.0000000000000001E-4</c:v>
                </c:pt>
                <c:pt idx="294">
                  <c:v>-1E-3</c:v>
                </c:pt>
                <c:pt idx="295">
                  <c:v>8.3000000000000001E-3</c:v>
                </c:pt>
                <c:pt idx="296">
                  <c:v>-1.66E-2</c:v>
                </c:pt>
                <c:pt idx="297">
                  <c:v>4.1999999999999997E-3</c:v>
                </c:pt>
                <c:pt idx="298">
                  <c:v>3.0499999999999999E-2</c:v>
                </c:pt>
                <c:pt idx="299">
                  <c:v>-2.1000000000000001E-2</c:v>
                </c:pt>
                <c:pt idx="300">
                  <c:v>-1.47E-2</c:v>
                </c:pt>
                <c:pt idx="301">
                  <c:v>1.89E-2</c:v>
                </c:pt>
                <c:pt idx="302">
                  <c:v>-3.6900000000000002E-2</c:v>
                </c:pt>
                <c:pt idx="303">
                  <c:v>2.0000000000000001E-4</c:v>
                </c:pt>
                <c:pt idx="304">
                  <c:v>1.6299999999999999E-2</c:v>
                </c:pt>
                <c:pt idx="305">
                  <c:v>-6.6E-3</c:v>
                </c:pt>
                <c:pt idx="306">
                  <c:v>-1.6000000000000001E-3</c:v>
                </c:pt>
                <c:pt idx="307">
                  <c:v>-5.7999999999999996E-3</c:v>
                </c:pt>
                <c:pt idx="308">
                  <c:v>4.5199999999999997E-2</c:v>
                </c:pt>
                <c:pt idx="309">
                  <c:v>8.8000000000000005E-3</c:v>
                </c:pt>
                <c:pt idx="310">
                  <c:v>-1.14E-2</c:v>
                </c:pt>
                <c:pt idx="311">
                  <c:v>3.3999999999999998E-3</c:v>
                </c:pt>
                <c:pt idx="312">
                  <c:v>2.0199999999999999E-2</c:v>
                </c:pt>
                <c:pt idx="313">
                  <c:v>1.14E-2</c:v>
                </c:pt>
                <c:pt idx="314">
                  <c:v>1.3899999999999999E-2</c:v>
                </c:pt>
                <c:pt idx="315">
                  <c:v>1.2800000000000001E-2</c:v>
                </c:pt>
                <c:pt idx="316">
                  <c:v>3.3999999999999998E-3</c:v>
                </c:pt>
                <c:pt idx="317">
                  <c:v>5.4999999999999997E-3</c:v>
                </c:pt>
                <c:pt idx="318">
                  <c:v>2.98E-2</c:v>
                </c:pt>
                <c:pt idx="319">
                  <c:v>8.6E-3</c:v>
                </c:pt>
                <c:pt idx="320">
                  <c:v>-6.4000000000000003E-3</c:v>
                </c:pt>
                <c:pt idx="321">
                  <c:v>1.2200000000000001E-2</c:v>
                </c:pt>
                <c:pt idx="322">
                  <c:v>4.07E-2</c:v>
                </c:pt>
                <c:pt idx="323">
                  <c:v>2.0999999999999999E-3</c:v>
                </c:pt>
                <c:pt idx="324">
                  <c:v>2.2700000000000001E-2</c:v>
                </c:pt>
                <c:pt idx="325">
                  <c:v>-7.9600000000000004E-2</c:v>
                </c:pt>
                <c:pt idx="326">
                  <c:v>-9.4000000000000004E-3</c:v>
                </c:pt>
                <c:pt idx="327">
                  <c:v>3.7600000000000001E-2</c:v>
                </c:pt>
                <c:pt idx="328">
                  <c:v>3.8600000000000002E-2</c:v>
                </c:pt>
                <c:pt idx="329">
                  <c:v>1.2E-2</c:v>
                </c:pt>
                <c:pt idx="330">
                  <c:v>1.41E-2</c:v>
                </c:pt>
                <c:pt idx="331">
                  <c:v>3.0599999999999999E-2</c:v>
                </c:pt>
                <c:pt idx="332">
                  <c:v>-1E-3</c:v>
                </c:pt>
                <c:pt idx="333">
                  <c:v>1.6E-2</c:v>
                </c:pt>
                <c:pt idx="334">
                  <c:v>6.4000000000000003E-3</c:v>
                </c:pt>
                <c:pt idx="335">
                  <c:v>-4.0000000000000001E-3</c:v>
                </c:pt>
                <c:pt idx="336">
                  <c:v>-1.8200000000000001E-2</c:v>
                </c:pt>
                <c:pt idx="337">
                  <c:v>4.1599999999999998E-2</c:v>
                </c:pt>
                <c:pt idx="338">
                  <c:v>2.1899999999999999E-2</c:v>
                </c:pt>
                <c:pt idx="339">
                  <c:v>2.1899999999999999E-2</c:v>
                </c:pt>
                <c:pt idx="340">
                  <c:v>1.29E-2</c:v>
                </c:pt>
                <c:pt idx="341">
                  <c:v>-8.5000000000000006E-3</c:v>
                </c:pt>
                <c:pt idx="342">
                  <c:v>-4.4000000000000003E-3</c:v>
                </c:pt>
                <c:pt idx="343">
                  <c:v>5.62E-2</c:v>
                </c:pt>
                <c:pt idx="344">
                  <c:v>2.7099999999999999E-2</c:v>
                </c:pt>
                <c:pt idx="345">
                  <c:v>-1.0500000000000001E-2</c:v>
                </c:pt>
                <c:pt idx="346">
                  <c:v>-3.9100000000000003E-2</c:v>
                </c:pt>
                <c:pt idx="347">
                  <c:v>6.9999999999999999E-4</c:v>
                </c:pt>
                <c:pt idx="348">
                  <c:v>1.9599999999999999E-2</c:v>
                </c:pt>
                <c:pt idx="349">
                  <c:v>-1.5599999999999999E-2</c:v>
                </c:pt>
                <c:pt idx="350">
                  <c:v>6.9999999999999999E-4</c:v>
                </c:pt>
                <c:pt idx="351">
                  <c:v>2.2100000000000002E-2</c:v>
                </c:pt>
                <c:pt idx="352">
                  <c:v>1.61E-2</c:v>
                </c:pt>
                <c:pt idx="353">
                  <c:v>-5.8099999999999999E-2</c:v>
                </c:pt>
                <c:pt idx="354">
                  <c:v>1.2E-2</c:v>
                </c:pt>
                <c:pt idx="355">
                  <c:v>-8.0999999999999996E-3</c:v>
                </c:pt>
                <c:pt idx="356">
                  <c:v>-4.1999999999999997E-3</c:v>
                </c:pt>
                <c:pt idx="357">
                  <c:v>3.6499999999999998E-2</c:v>
                </c:pt>
                <c:pt idx="358">
                  <c:v>1.1000000000000001E-3</c:v>
                </c:pt>
                <c:pt idx="359">
                  <c:v>1.04E-2</c:v>
                </c:pt>
                <c:pt idx="360">
                  <c:v>1.04E-2</c:v>
                </c:pt>
                <c:pt idx="361">
                  <c:v>-2.9999999999999997E-4</c:v>
                </c:pt>
                <c:pt idx="362">
                  <c:v>3.8999999999999998E-3</c:v>
                </c:pt>
                <c:pt idx="363">
                  <c:v>7.0000000000000001E-3</c:v>
                </c:pt>
              </c:numCache>
            </c:numRef>
          </c:xVal>
          <c:yVal>
            <c:numRef>
              <c:f>'Beta 5-Year'!$B$25:$B$388</c:f>
              <c:numCache>
                <c:formatCode>General</c:formatCode>
                <c:ptCount val="364"/>
                <c:pt idx="0">
                  <c:v>5.8302475749836876E-3</c:v>
                </c:pt>
                <c:pt idx="1">
                  <c:v>9.9771935336939298E-3</c:v>
                </c:pt>
                <c:pt idx="2">
                  <c:v>1.2077594733560158E-2</c:v>
                </c:pt>
                <c:pt idx="3">
                  <c:v>-1.7651160710700282E-2</c:v>
                </c:pt>
                <c:pt idx="4">
                  <c:v>3.7837028161396714E-3</c:v>
                </c:pt>
                <c:pt idx="5">
                  <c:v>1.051575794391604E-2</c:v>
                </c:pt>
                <c:pt idx="6">
                  <c:v>-1.3288788987901196E-2</c:v>
                </c:pt>
                <c:pt idx="7">
                  <c:v>-0.1003746541208163</c:v>
                </c:pt>
                <c:pt idx="8">
                  <c:v>-2.2821379048832531E-2</c:v>
                </c:pt>
                <c:pt idx="9">
                  <c:v>-0.10064393632592734</c:v>
                </c:pt>
                <c:pt idx="10">
                  <c:v>6.8535199544056957E-3</c:v>
                </c:pt>
                <c:pt idx="11">
                  <c:v>-3.6324314257057174E-4</c:v>
                </c:pt>
                <c:pt idx="12">
                  <c:v>-6.1258823319471425E-3</c:v>
                </c:pt>
                <c:pt idx="13">
                  <c:v>7.0080981714481336E-2</c:v>
                </c:pt>
                <c:pt idx="14">
                  <c:v>3.2989948469397731E-3</c:v>
                </c:pt>
                <c:pt idx="15">
                  <c:v>3.4605641700064058E-3</c:v>
                </c:pt>
                <c:pt idx="16">
                  <c:v>2.3172021584135609E-2</c:v>
                </c:pt>
                <c:pt idx="17">
                  <c:v>-1.6951026977411542E-2</c:v>
                </c:pt>
                <c:pt idx="18">
                  <c:v>-5.8566001268360868E-3</c:v>
                </c:pt>
                <c:pt idx="19">
                  <c:v>1.8271085451114416E-2</c:v>
                </c:pt>
                <c:pt idx="20">
                  <c:v>4.2129488823953863E-2</c:v>
                </c:pt>
                <c:pt idx="21">
                  <c:v>2.9257799419645451E-2</c:v>
                </c:pt>
                <c:pt idx="22">
                  <c:v>-2.5083349571765397E-2</c:v>
                </c:pt>
                <c:pt idx="23">
                  <c:v>2.1717897676535917E-2</c:v>
                </c:pt>
                <c:pt idx="24">
                  <c:v>-1.7489591387633653E-2</c:v>
                </c:pt>
                <c:pt idx="25">
                  <c:v>1.7732521040892305E-2</c:v>
                </c:pt>
                <c:pt idx="26">
                  <c:v>-1.7112596300478178E-2</c:v>
                </c:pt>
                <c:pt idx="27">
                  <c:v>1.1000465913115938E-2</c:v>
                </c:pt>
                <c:pt idx="28">
                  <c:v>-2.2482185783479543E-3</c:v>
                </c:pt>
                <c:pt idx="29">
                  <c:v>-1.0380541172701808E-2</c:v>
                </c:pt>
                <c:pt idx="30">
                  <c:v>1.6870817984536927E-2</c:v>
                </c:pt>
                <c:pt idx="31">
                  <c:v>5.2916831647615778E-3</c:v>
                </c:pt>
                <c:pt idx="32">
                  <c:v>2.8681433187620854E-3</c:v>
                </c:pt>
                <c:pt idx="33">
                  <c:v>4.8069751955616795E-3</c:v>
                </c:pt>
                <c:pt idx="34">
                  <c:v>7.8767923338277021E-3</c:v>
                </c:pt>
                <c:pt idx="35">
                  <c:v>1.037024324006913E-3</c:v>
                </c:pt>
                <c:pt idx="36">
                  <c:v>2.2848882938002343E-2</c:v>
                </c:pt>
                <c:pt idx="37">
                  <c:v>-2.9445721294564478E-2</c:v>
                </c:pt>
                <c:pt idx="38">
                  <c:v>1.0569614384938249E-2</c:v>
                </c:pt>
                <c:pt idx="39">
                  <c:v>2.5972556517290579E-2</c:v>
                </c:pt>
                <c:pt idx="40">
                  <c:v>-2.206738887452158E-2</c:v>
                </c:pt>
                <c:pt idx="41">
                  <c:v>-3.0560651936811182E-3</c:v>
                </c:pt>
                <c:pt idx="42">
                  <c:v>-3.3861949458385783E-2</c:v>
                </c:pt>
                <c:pt idx="43">
                  <c:v>2.1394759030402652E-2</c:v>
                </c:pt>
                <c:pt idx="44">
                  <c:v>6.5664753550660052E-2</c:v>
                </c:pt>
                <c:pt idx="45">
                  <c:v>3.9759805418976578E-2</c:v>
                </c:pt>
                <c:pt idx="46">
                  <c:v>3.238147299893368E-2</c:v>
                </c:pt>
                <c:pt idx="47">
                  <c:v>3.9113528126710054E-2</c:v>
                </c:pt>
                <c:pt idx="48">
                  <c:v>-2.5553026052614961E-4</c:v>
                </c:pt>
                <c:pt idx="49">
                  <c:v>1.8324941892136626E-2</c:v>
                </c:pt>
                <c:pt idx="50">
                  <c:v>-4.6717584243474459E-3</c:v>
                </c:pt>
                <c:pt idx="51">
                  <c:v>1.8486511215203262E-2</c:v>
                </c:pt>
                <c:pt idx="52">
                  <c:v>1.0623470825960461E-2</c:v>
                </c:pt>
                <c:pt idx="53">
                  <c:v>-1.5389190187767425E-2</c:v>
                </c:pt>
                <c:pt idx="54">
                  <c:v>-3.8100553679920714E-3</c:v>
                </c:pt>
                <c:pt idx="55">
                  <c:v>-1.6627888331278276E-2</c:v>
                </c:pt>
                <c:pt idx="56">
                  <c:v>1.4662703902626282E-2</c:v>
                </c:pt>
                <c:pt idx="57">
                  <c:v>1.1862168969471313E-2</c:v>
                </c:pt>
                <c:pt idx="58">
                  <c:v>7.4997972466722268E-3</c:v>
                </c:pt>
                <c:pt idx="59">
                  <c:v>1.1323604559249204E-2</c:v>
                </c:pt>
                <c:pt idx="60">
                  <c:v>2.5972556517290579E-2</c:v>
                </c:pt>
                <c:pt idx="61">
                  <c:v>1.9940635122802954E-2</c:v>
                </c:pt>
                <c:pt idx="62">
                  <c:v>-6.8260160652358834E-3</c:v>
                </c:pt>
                <c:pt idx="63">
                  <c:v>1.5901402046137131E-2</c:v>
                </c:pt>
                <c:pt idx="64">
                  <c:v>1.8594224097247682E-2</c:v>
                </c:pt>
                <c:pt idx="65">
                  <c:v>1.390871372831533E-2</c:v>
                </c:pt>
                <c:pt idx="66">
                  <c:v>7.9845052158721251E-3</c:v>
                </c:pt>
                <c:pt idx="67">
                  <c:v>4.3761236673839918E-3</c:v>
                </c:pt>
                <c:pt idx="68">
                  <c:v>1.0246475738804984E-2</c:v>
                </c:pt>
                <c:pt idx="69">
                  <c:v>-4.1331940141253378E-3</c:v>
                </c:pt>
                <c:pt idx="70">
                  <c:v>9.8156242106272971E-3</c:v>
                </c:pt>
                <c:pt idx="71">
                  <c:v>-1.9697705469544302E-2</c:v>
                </c:pt>
                <c:pt idx="72">
                  <c:v>1.6224540692270396E-2</c:v>
                </c:pt>
                <c:pt idx="73">
                  <c:v>1.2293020497649002E-2</c:v>
                </c:pt>
                <c:pt idx="74">
                  <c:v>1.8271085451114416E-2</c:v>
                </c:pt>
                <c:pt idx="75">
                  <c:v>-8.0108577677245243E-3</c:v>
                </c:pt>
                <c:pt idx="76">
                  <c:v>5.0762574006727335E-3</c:v>
                </c:pt>
                <c:pt idx="77">
                  <c:v>-8.7109915010132669E-3</c:v>
                </c:pt>
                <c:pt idx="78">
                  <c:v>-3.7561989269698608E-3</c:v>
                </c:pt>
                <c:pt idx="79">
                  <c:v>-7.9409467074825942E-4</c:v>
                </c:pt>
                <c:pt idx="80">
                  <c:v>2.3295789085399756E-3</c:v>
                </c:pt>
                <c:pt idx="81">
                  <c:v>1.8648080538269891E-2</c:v>
                </c:pt>
                <c:pt idx="82">
                  <c:v>6.961232836450117E-3</c:v>
                </c:pt>
                <c:pt idx="83">
                  <c:v>4.8608316365838901E-3</c:v>
                </c:pt>
                <c:pt idx="84">
                  <c:v>-3.5407731628810165E-3</c:v>
                </c:pt>
                <c:pt idx="85">
                  <c:v>2.2848882938002343E-2</c:v>
                </c:pt>
                <c:pt idx="86">
                  <c:v>4.1606979032951484E-3</c:v>
                </c:pt>
                <c:pt idx="87">
                  <c:v>-4.4024762192363918E-3</c:v>
                </c:pt>
                <c:pt idx="88">
                  <c:v>1.0785040149027094E-2</c:v>
                </c:pt>
                <c:pt idx="89">
                  <c:v>-1.9643849028522085E-2</c:v>
                </c:pt>
                <c:pt idx="90">
                  <c:v>2.5450046726288198E-3</c:v>
                </c:pt>
                <c:pt idx="91">
                  <c:v>1.7086243748625773E-2</c:v>
                </c:pt>
                <c:pt idx="92">
                  <c:v>5.0762574006727335E-3</c:v>
                </c:pt>
                <c:pt idx="93">
                  <c:v>9.9771935336939298E-3</c:v>
                </c:pt>
                <c:pt idx="94">
                  <c:v>-3.6324314257057174E-4</c:v>
                </c:pt>
                <c:pt idx="95">
                  <c:v>9.0616340363163447E-3</c:v>
                </c:pt>
                <c:pt idx="96">
                  <c:v>7.9845052158721251E-3</c:v>
                </c:pt>
                <c:pt idx="97">
                  <c:v>4.4299801084062024E-3</c:v>
                </c:pt>
                <c:pt idx="98">
                  <c:v>-2.9230295530475639E-2</c:v>
                </c:pt>
                <c:pt idx="99">
                  <c:v>1.6493822897381452E-2</c:v>
                </c:pt>
                <c:pt idx="100">
                  <c:v>1.5685976282048292E-2</c:v>
                </c:pt>
                <c:pt idx="101">
                  <c:v>-2.8944958706144854E-3</c:v>
                </c:pt>
                <c:pt idx="102">
                  <c:v>5.7225346929392655E-3</c:v>
                </c:pt>
                <c:pt idx="103">
                  <c:v>5.3455396057837884E-3</c:v>
                </c:pt>
                <c:pt idx="104">
                  <c:v>1.1700599646404681E-2</c:v>
                </c:pt>
                <c:pt idx="105">
                  <c:v>2.9257799419645451E-2</c:v>
                </c:pt>
                <c:pt idx="106">
                  <c:v>-1.4781737848172747E-4</c:v>
                </c:pt>
                <c:pt idx="107">
                  <c:v>-6.5028774191026179E-3</c:v>
                </c:pt>
                <c:pt idx="108">
                  <c:v>1.5793689164092711E-2</c:v>
                </c:pt>
                <c:pt idx="109">
                  <c:v>1.8648080538269891E-2</c:v>
                </c:pt>
                <c:pt idx="110">
                  <c:v>-4.6179019833252361E-3</c:v>
                </c:pt>
                <c:pt idx="111">
                  <c:v>-1.2373229490523613E-2</c:v>
                </c:pt>
                <c:pt idx="112">
                  <c:v>-5.7504927067136384E-2</c:v>
                </c:pt>
                <c:pt idx="113">
                  <c:v>7.8767923338277021E-3</c:v>
                </c:pt>
                <c:pt idx="114">
                  <c:v>2.6511120927512691E-2</c:v>
                </c:pt>
                <c:pt idx="115">
                  <c:v>-8.5494221779466341E-3</c:v>
                </c:pt>
                <c:pt idx="116">
                  <c:v>3.4158735552666644E-2</c:v>
                </c:pt>
                <c:pt idx="117">
                  <c:v>1.3208579995026587E-2</c:v>
                </c:pt>
                <c:pt idx="118">
                  <c:v>1.1323604559249204E-2</c:v>
                </c:pt>
                <c:pt idx="119">
                  <c:v>2.1771754117558127E-2</c:v>
                </c:pt>
                <c:pt idx="120">
                  <c:v>-1.167309575723487E-2</c:v>
                </c:pt>
                <c:pt idx="121">
                  <c:v>-2.8745587561275744E-2</c:v>
                </c:pt>
                <c:pt idx="122">
                  <c:v>3.9452721392063041E-3</c:v>
                </c:pt>
                <c:pt idx="123">
                  <c:v>-5.2481246563720451E-4</c:v>
                </c:pt>
                <c:pt idx="124">
                  <c:v>2.3441303789246665E-2</c:v>
                </c:pt>
                <c:pt idx="125">
                  <c:v>7.0689457184945391E-3</c:v>
                </c:pt>
                <c:pt idx="126">
                  <c:v>-1.6843314095367122E-2</c:v>
                </c:pt>
                <c:pt idx="127">
                  <c:v>-1.9428423264433246E-2</c:v>
                </c:pt>
                <c:pt idx="128">
                  <c:v>9.9233370926717183E-3</c:v>
                </c:pt>
                <c:pt idx="129">
                  <c:v>-1.4958338659589737E-2</c:v>
                </c:pt>
                <c:pt idx="130">
                  <c:v>1.360162970140179E-3</c:v>
                </c:pt>
                <c:pt idx="131">
                  <c:v>-1.2788026399481577E-3</c:v>
                </c:pt>
                <c:pt idx="132">
                  <c:v>2.7749819071023543E-2</c:v>
                </c:pt>
                <c:pt idx="133">
                  <c:v>1.7463238835781249E-2</c:v>
                </c:pt>
                <c:pt idx="134">
                  <c:v>2.6527175546732415E-3</c:v>
                </c:pt>
                <c:pt idx="135">
                  <c:v>2.2525744291869078E-2</c:v>
                </c:pt>
                <c:pt idx="136">
                  <c:v>1.627839713329261E-2</c:v>
                </c:pt>
                <c:pt idx="137">
                  <c:v>5.5231635480701468E-4</c:v>
                </c:pt>
                <c:pt idx="138">
                  <c:v>-2.5729626864031928E-2</c:v>
                </c:pt>
                <c:pt idx="139">
                  <c:v>1.9525838213844994E-3</c:v>
                </c:pt>
                <c:pt idx="140">
                  <c:v>1.2146482662932744E-4</c:v>
                </c:pt>
                <c:pt idx="141">
                  <c:v>-2.0720977848966309E-2</c:v>
                </c:pt>
                <c:pt idx="142">
                  <c:v>2.830341496959602E-4</c:v>
                </c:pt>
                <c:pt idx="143">
                  <c:v>1.8163372569069997E-2</c:v>
                </c:pt>
                <c:pt idx="144">
                  <c:v>1.5847545605114921E-2</c:v>
                </c:pt>
                <c:pt idx="145">
                  <c:v>1.8432654774181045E-2</c:v>
                </c:pt>
                <c:pt idx="146">
                  <c:v>7.3920843646278047E-3</c:v>
                </c:pt>
                <c:pt idx="147">
                  <c:v>1.5255124753870601E-2</c:v>
                </c:pt>
                <c:pt idx="148">
                  <c:v>1.5201268312848392E-2</c:v>
                </c:pt>
                <c:pt idx="149">
                  <c:v>-9.5566399381489218E-4</c:v>
                </c:pt>
                <c:pt idx="150">
                  <c:v>2.0586912415069485E-2</c:v>
                </c:pt>
                <c:pt idx="151">
                  <c:v>-4.2409068961697591E-3</c:v>
                </c:pt>
                <c:pt idx="152">
                  <c:v>1.0946609472093726E-2</c:v>
                </c:pt>
                <c:pt idx="153">
                  <c:v>1.360162970140179E-3</c:v>
                </c:pt>
                <c:pt idx="154">
                  <c:v>9.3309162414273988E-3</c:v>
                </c:pt>
                <c:pt idx="155">
                  <c:v>8.792351831205289E-3</c:v>
                </c:pt>
                <c:pt idx="156">
                  <c:v>1.6332253574314823E-2</c:v>
                </c:pt>
                <c:pt idx="157">
                  <c:v>1.337014931809322E-2</c:v>
                </c:pt>
                <c:pt idx="158">
                  <c:v>9.7079113285828758E-3</c:v>
                </c:pt>
                <c:pt idx="159">
                  <c:v>2.381829887640214E-2</c:v>
                </c:pt>
                <c:pt idx="160">
                  <c:v>1.3316292877071008E-2</c:v>
                </c:pt>
                <c:pt idx="161">
                  <c:v>2.1879466999602547E-2</c:v>
                </c:pt>
                <c:pt idx="162">
                  <c:v>2.1233189707336016E-2</c:v>
                </c:pt>
                <c:pt idx="163">
                  <c:v>8.9539211542719217E-3</c:v>
                </c:pt>
                <c:pt idx="164">
                  <c:v>4.4299801084062024E-3</c:v>
                </c:pt>
                <c:pt idx="165">
                  <c:v>-2.4437072279498866E-2</c:v>
                </c:pt>
                <c:pt idx="166">
                  <c:v>-1.4581343572434258E-2</c:v>
                </c:pt>
                <c:pt idx="167">
                  <c:v>4.3222672263617812E-3</c:v>
                </c:pt>
                <c:pt idx="168">
                  <c:v>2.1394759030402652E-2</c:v>
                </c:pt>
                <c:pt idx="169">
                  <c:v>1.3693287964226485E-2</c:v>
                </c:pt>
                <c:pt idx="170">
                  <c:v>1.8217229010092206E-2</c:v>
                </c:pt>
                <c:pt idx="171">
                  <c:v>7.9306487748499153E-3</c:v>
                </c:pt>
                <c:pt idx="172">
                  <c:v>-8.9264172651021111E-3</c:v>
                </c:pt>
                <c:pt idx="173">
                  <c:v>1.6763105102492508E-2</c:v>
                </c:pt>
                <c:pt idx="174">
                  <c:v>9.3847726824496103E-3</c:v>
                </c:pt>
                <c:pt idx="175">
                  <c:v>8.3615003030276022E-3</c:v>
                </c:pt>
                <c:pt idx="176">
                  <c:v>4.589943969550863E-2</c:v>
                </c:pt>
                <c:pt idx="177">
                  <c:v>2.4372917905843977E-3</c:v>
                </c:pt>
                <c:pt idx="178">
                  <c:v>2.3172021584135609E-2</c:v>
                </c:pt>
                <c:pt idx="179">
                  <c:v>1.0569614384938249E-2</c:v>
                </c:pt>
                <c:pt idx="180">
                  <c:v>6.7608385607116368E-5</c:v>
                </c:pt>
                <c:pt idx="181">
                  <c:v>7.9845052158721251E-3</c:v>
                </c:pt>
                <c:pt idx="182">
                  <c:v>3.6759899340952497E-3</c:v>
                </c:pt>
                <c:pt idx="183">
                  <c:v>2.371058599435772E-2</c:v>
                </c:pt>
                <c:pt idx="184">
                  <c:v>9.2770598004051873E-3</c:v>
                </c:pt>
                <c:pt idx="185">
                  <c:v>1.6294451752512334E-3</c:v>
                </c:pt>
                <c:pt idx="186">
                  <c:v>-2.0327928142591109E-3</c:v>
                </c:pt>
                <c:pt idx="187">
                  <c:v>-9.5726945573686422E-3</c:v>
                </c:pt>
                <c:pt idx="188">
                  <c:v>-6.072025890924931E-3</c:v>
                </c:pt>
                <c:pt idx="189">
                  <c:v>1.9294357830536422E-2</c:v>
                </c:pt>
                <c:pt idx="190">
                  <c:v>3.6759899340952497E-3</c:v>
                </c:pt>
                <c:pt idx="191">
                  <c:v>-1.2804081018701301E-2</c:v>
                </c:pt>
                <c:pt idx="192">
                  <c:v>3.4067077289841948E-3</c:v>
                </c:pt>
                <c:pt idx="193">
                  <c:v>-1.3665784075056675E-2</c:v>
                </c:pt>
                <c:pt idx="194">
                  <c:v>6.7608385607116368E-5</c:v>
                </c:pt>
                <c:pt idx="195">
                  <c:v>-2.8476305356164688E-2</c:v>
                </c:pt>
                <c:pt idx="196">
                  <c:v>1.9294357830536422E-2</c:v>
                </c:pt>
                <c:pt idx="197">
                  <c:v>6.2072426621391638E-3</c:v>
                </c:pt>
                <c:pt idx="198">
                  <c:v>5.5609653698726327E-3</c:v>
                </c:pt>
                <c:pt idx="199">
                  <c:v>2.2525744291869078E-2</c:v>
                </c:pt>
                <c:pt idx="200">
                  <c:v>-3.594629603903228E-3</c:v>
                </c:pt>
                <c:pt idx="201">
                  <c:v>2.5003140578890783E-2</c:v>
                </c:pt>
                <c:pt idx="202">
                  <c:v>7.338227923605594E-3</c:v>
                </c:pt>
                <c:pt idx="203">
                  <c:v>1.2939297789915533E-2</c:v>
                </c:pt>
                <c:pt idx="204">
                  <c:v>1.6833016162734445E-3</c:v>
                </c:pt>
                <c:pt idx="205">
                  <c:v>1.0408045061871617E-2</c:v>
                </c:pt>
                <c:pt idx="206">
                  <c:v>3.8375592571618824E-3</c:v>
                </c:pt>
                <c:pt idx="207">
                  <c:v>4.6992623135172574E-3</c:v>
                </c:pt>
                <c:pt idx="208">
                  <c:v>1.1485173882315836E-2</c:v>
                </c:pt>
                <c:pt idx="209">
                  <c:v>2.0586912415069485E-2</c:v>
                </c:pt>
                <c:pt idx="210">
                  <c:v>-1.2249461989259462E-3</c:v>
                </c:pt>
                <c:pt idx="211">
                  <c:v>1.2185307615604579E-2</c:v>
                </c:pt>
                <c:pt idx="212">
                  <c:v>1.3316292877071008E-2</c:v>
                </c:pt>
                <c:pt idx="213">
                  <c:v>1.0031049974716141E-2</c:v>
                </c:pt>
                <c:pt idx="214">
                  <c:v>5.4532524878282106E-3</c:v>
                </c:pt>
                <c:pt idx="215">
                  <c:v>6.8535199544056957E-3</c:v>
                </c:pt>
                <c:pt idx="216">
                  <c:v>7.3920843646278047E-3</c:v>
                </c:pt>
                <c:pt idx="217">
                  <c:v>5.3993960468059999E-3</c:v>
                </c:pt>
                <c:pt idx="218">
                  <c:v>1.8987273803622883E-3</c:v>
                </c:pt>
                <c:pt idx="219">
                  <c:v>4.9685445186283123E-3</c:v>
                </c:pt>
                <c:pt idx="220">
                  <c:v>2.7065739956954526E-3</c:v>
                </c:pt>
                <c:pt idx="221">
                  <c:v>-1.0919105582923918E-2</c:v>
                </c:pt>
                <c:pt idx="222">
                  <c:v>1.0461901502893828E-2</c:v>
                </c:pt>
                <c:pt idx="223">
                  <c:v>7.1388567787364745E-4</c:v>
                </c:pt>
                <c:pt idx="224">
                  <c:v>2.7911388394090172E-2</c:v>
                </c:pt>
                <c:pt idx="225">
                  <c:v>2.7604304367176632E-3</c:v>
                </c:pt>
                <c:pt idx="226">
                  <c:v>1.5578263400003867E-2</c:v>
                </c:pt>
                <c:pt idx="227">
                  <c:v>6.0995297800947416E-3</c:v>
                </c:pt>
                <c:pt idx="228">
                  <c:v>-8.4795111177047005E-4</c:v>
                </c:pt>
                <c:pt idx="229">
                  <c:v>-1.2911793900745721E-2</c:v>
                </c:pt>
                <c:pt idx="230">
                  <c:v>1.3747144405248695E-2</c:v>
                </c:pt>
                <c:pt idx="231">
                  <c:v>-1.5227620864700789E-2</c:v>
                </c:pt>
                <c:pt idx="232">
                  <c:v>1.0354188620849407E-2</c:v>
                </c:pt>
                <c:pt idx="233">
                  <c:v>-3.7023424859476493E-3</c:v>
                </c:pt>
                <c:pt idx="234">
                  <c:v>1.7678664599870095E-2</c:v>
                </c:pt>
                <c:pt idx="235">
                  <c:v>8.1999309799609694E-3</c:v>
                </c:pt>
                <c:pt idx="236">
                  <c:v>8.2537874209831809E-3</c:v>
                </c:pt>
                <c:pt idx="237">
                  <c:v>5.5609653698726327E-3</c:v>
                </c:pt>
                <c:pt idx="238">
                  <c:v>-1.0272828290657387E-2</c:v>
                </c:pt>
                <c:pt idx="239">
                  <c:v>-1.4150492044256573E-2</c:v>
                </c:pt>
                <c:pt idx="240">
                  <c:v>2.2687313614935714E-2</c:v>
                </c:pt>
                <c:pt idx="241">
                  <c:v>4.0529850212507263E-3</c:v>
                </c:pt>
                <c:pt idx="242">
                  <c:v>3.245138405917562E-3</c:v>
                </c:pt>
                <c:pt idx="243">
                  <c:v>8.2537874209831809E-3</c:v>
                </c:pt>
                <c:pt idx="244">
                  <c:v>-5.1564663935473459E-3</c:v>
                </c:pt>
                <c:pt idx="245">
                  <c:v>6.045673339072531E-3</c:v>
                </c:pt>
                <c:pt idx="246">
                  <c:v>2.0209917327914009E-2</c:v>
                </c:pt>
                <c:pt idx="247">
                  <c:v>-7.5261497985246277E-3</c:v>
                </c:pt>
                <c:pt idx="248">
                  <c:v>-4.1331940141253378E-3</c:v>
                </c:pt>
                <c:pt idx="249">
                  <c:v>1.3962570169337539E-2</c:v>
                </c:pt>
                <c:pt idx="250">
                  <c:v>-1.6089323921056171E-2</c:v>
                </c:pt>
                <c:pt idx="251">
                  <c:v>3.8914156981840931E-3</c:v>
                </c:pt>
                <c:pt idx="252">
                  <c:v>1.2562302702760054E-2</c:v>
                </c:pt>
                <c:pt idx="253">
                  <c:v>2.2917770867374914E-4</c:v>
                </c:pt>
                <c:pt idx="254">
                  <c:v>2.921999759784296E-3</c:v>
                </c:pt>
                <c:pt idx="255">
                  <c:v>6.6002923685143681E-4</c:v>
                </c:pt>
                <c:pt idx="256">
                  <c:v>2.8126814158179018E-2</c:v>
                </c:pt>
                <c:pt idx="257">
                  <c:v>8.5230696260942349E-3</c:v>
                </c:pt>
                <c:pt idx="258">
                  <c:v>-2.3559314603923765E-3</c:v>
                </c:pt>
                <c:pt idx="259">
                  <c:v>5.6148218108948433E-3</c:v>
                </c:pt>
                <c:pt idx="260">
                  <c:v>1.4662703902626282E-2</c:v>
                </c:pt>
                <c:pt idx="261">
                  <c:v>2.0586912415069485E-2</c:v>
                </c:pt>
                <c:pt idx="262">
                  <c:v>-1.2249461989259462E-3</c:v>
                </c:pt>
                <c:pt idx="263">
                  <c:v>1.2185307615604579E-2</c:v>
                </c:pt>
                <c:pt idx="264">
                  <c:v>1.3316292877071008E-2</c:v>
                </c:pt>
                <c:pt idx="265">
                  <c:v>1.0031049974716141E-2</c:v>
                </c:pt>
                <c:pt idx="266">
                  <c:v>5.4532524878282106E-3</c:v>
                </c:pt>
                <c:pt idx="267">
                  <c:v>6.8535199544056957E-3</c:v>
                </c:pt>
                <c:pt idx="268">
                  <c:v>7.3920843646278047E-3</c:v>
                </c:pt>
                <c:pt idx="269">
                  <c:v>5.3993960468059999E-3</c:v>
                </c:pt>
                <c:pt idx="270">
                  <c:v>1.8987273803622883E-3</c:v>
                </c:pt>
                <c:pt idx="271">
                  <c:v>4.9685445186283123E-3</c:v>
                </c:pt>
                <c:pt idx="272">
                  <c:v>2.7065739956954526E-3</c:v>
                </c:pt>
                <c:pt idx="273">
                  <c:v>-1.0919105582923918E-2</c:v>
                </c:pt>
                <c:pt idx="274">
                  <c:v>1.0461901502893828E-2</c:v>
                </c:pt>
                <c:pt idx="275">
                  <c:v>7.1388567787364745E-4</c:v>
                </c:pt>
                <c:pt idx="276">
                  <c:v>2.7911388394090172E-2</c:v>
                </c:pt>
                <c:pt idx="277">
                  <c:v>2.7604304367176632E-3</c:v>
                </c:pt>
                <c:pt idx="278">
                  <c:v>1.5578263400003867E-2</c:v>
                </c:pt>
                <c:pt idx="279">
                  <c:v>6.0995297800947416E-3</c:v>
                </c:pt>
                <c:pt idx="280">
                  <c:v>-8.4795111177047005E-4</c:v>
                </c:pt>
                <c:pt idx="281">
                  <c:v>-1.2911793900745721E-2</c:v>
                </c:pt>
                <c:pt idx="282">
                  <c:v>1.3747144405248695E-2</c:v>
                </c:pt>
                <c:pt idx="283">
                  <c:v>-1.5227620864700789E-2</c:v>
                </c:pt>
                <c:pt idx="284">
                  <c:v>1.0354188620849407E-2</c:v>
                </c:pt>
                <c:pt idx="285">
                  <c:v>-3.7023424859476493E-3</c:v>
                </c:pt>
                <c:pt idx="286">
                  <c:v>1.7678664599870095E-2</c:v>
                </c:pt>
                <c:pt idx="287">
                  <c:v>8.1999309799609694E-3</c:v>
                </c:pt>
                <c:pt idx="288">
                  <c:v>8.2537874209831809E-3</c:v>
                </c:pt>
                <c:pt idx="289">
                  <c:v>5.5609653698726327E-3</c:v>
                </c:pt>
                <c:pt idx="290">
                  <c:v>-1.0272828290657387E-2</c:v>
                </c:pt>
                <c:pt idx="291">
                  <c:v>-1.4150492044256573E-2</c:v>
                </c:pt>
                <c:pt idx="292">
                  <c:v>2.2687313614935714E-2</c:v>
                </c:pt>
                <c:pt idx="293">
                  <c:v>4.0529850212507263E-3</c:v>
                </c:pt>
                <c:pt idx="294">
                  <c:v>3.245138405917562E-3</c:v>
                </c:pt>
                <c:pt idx="295">
                  <c:v>8.2537874209831809E-3</c:v>
                </c:pt>
                <c:pt idx="296">
                  <c:v>-5.1564663935473459E-3</c:v>
                </c:pt>
                <c:pt idx="297">
                  <c:v>6.045673339072531E-3</c:v>
                </c:pt>
                <c:pt idx="298">
                  <c:v>2.0209917327914009E-2</c:v>
                </c:pt>
                <c:pt idx="299">
                  <c:v>-7.5261497985246277E-3</c:v>
                </c:pt>
                <c:pt idx="300">
                  <c:v>-4.1331940141253378E-3</c:v>
                </c:pt>
                <c:pt idx="301">
                  <c:v>1.3962570169337539E-2</c:v>
                </c:pt>
                <c:pt idx="302">
                  <c:v>-1.6089323921056171E-2</c:v>
                </c:pt>
                <c:pt idx="303">
                  <c:v>3.8914156981840931E-3</c:v>
                </c:pt>
                <c:pt idx="304">
                  <c:v>1.2562302702760054E-2</c:v>
                </c:pt>
                <c:pt idx="305">
                  <c:v>2.2917770867374914E-4</c:v>
                </c:pt>
                <c:pt idx="306">
                  <c:v>2.921999759784296E-3</c:v>
                </c:pt>
                <c:pt idx="307">
                  <c:v>6.6002923685143681E-4</c:v>
                </c:pt>
                <c:pt idx="308">
                  <c:v>2.8126814158179018E-2</c:v>
                </c:pt>
                <c:pt idx="309">
                  <c:v>8.5230696260942349E-3</c:v>
                </c:pt>
                <c:pt idx="310">
                  <c:v>-2.3559314603923765E-3</c:v>
                </c:pt>
                <c:pt idx="311">
                  <c:v>5.6148218108948433E-3</c:v>
                </c:pt>
                <c:pt idx="312">
                  <c:v>1.4662703902626282E-2</c:v>
                </c:pt>
                <c:pt idx="313">
                  <c:v>9.9233370926717183E-3</c:v>
                </c:pt>
                <c:pt idx="314">
                  <c:v>1.1269748118226992E-2</c:v>
                </c:pt>
                <c:pt idx="315">
                  <c:v>1.0677327266982672E-2</c:v>
                </c:pt>
                <c:pt idx="316">
                  <c:v>5.6148218108948433E-3</c:v>
                </c:pt>
                <c:pt idx="317">
                  <c:v>6.7458070723612727E-3</c:v>
                </c:pt>
                <c:pt idx="318">
                  <c:v>1.9832922240758534E-2</c:v>
                </c:pt>
                <c:pt idx="319">
                  <c:v>8.4153567440498137E-3</c:v>
                </c:pt>
                <c:pt idx="320">
                  <c:v>3.3689059071817084E-4</c:v>
                </c:pt>
                <c:pt idx="321">
                  <c:v>1.0354188620849407E-2</c:v>
                </c:pt>
                <c:pt idx="322">
                  <c:v>2.5703274312179523E-2</c:v>
                </c:pt>
                <c:pt idx="323">
                  <c:v>4.9146880776061008E-3</c:v>
                </c:pt>
                <c:pt idx="324">
                  <c:v>1.6009114928181557E-2</c:v>
                </c:pt>
                <c:pt idx="325">
                  <c:v>-3.9086024237540241E-2</c:v>
                </c:pt>
                <c:pt idx="326">
                  <c:v>-1.2788026399481577E-3</c:v>
                </c:pt>
                <c:pt idx="327">
                  <c:v>2.4033724640490986E-2</c:v>
                </c:pt>
                <c:pt idx="328">
                  <c:v>2.4572289050713098E-2</c:v>
                </c:pt>
                <c:pt idx="329">
                  <c:v>1.0246475738804984E-2</c:v>
                </c:pt>
                <c:pt idx="330">
                  <c:v>1.1377461000271413E-2</c:v>
                </c:pt>
                <c:pt idx="331">
                  <c:v>2.0263773768936219E-2</c:v>
                </c:pt>
                <c:pt idx="332">
                  <c:v>3.245138405917562E-3</c:v>
                </c:pt>
                <c:pt idx="333">
                  <c:v>1.2400733379693423E-2</c:v>
                </c:pt>
                <c:pt idx="334">
                  <c:v>7.2305150415611719E-3</c:v>
                </c:pt>
                <c:pt idx="335">
                  <c:v>1.6294451752512334E-3</c:v>
                </c:pt>
                <c:pt idx="336">
                  <c:v>-6.0181694499027213E-3</c:v>
                </c:pt>
                <c:pt idx="337">
                  <c:v>2.6187982281379425E-2</c:v>
                </c:pt>
                <c:pt idx="338">
                  <c:v>1.5578263400003867E-2</c:v>
                </c:pt>
                <c:pt idx="339">
                  <c:v>1.5578263400003867E-2</c:v>
                </c:pt>
                <c:pt idx="340">
                  <c:v>1.0731183708004882E-2</c:v>
                </c:pt>
                <c:pt idx="341">
                  <c:v>-7.9409467074825942E-4</c:v>
                </c:pt>
                <c:pt idx="342">
                  <c:v>1.4140194111623896E-3</c:v>
                </c:pt>
                <c:pt idx="343">
                  <c:v>3.4051022670622225E-2</c:v>
                </c:pt>
                <c:pt idx="344">
                  <c:v>1.8378798333158836E-2</c:v>
                </c:pt>
                <c:pt idx="345">
                  <c:v>-1.8712234911924782E-3</c:v>
                </c:pt>
                <c:pt idx="346">
                  <c:v>-1.7274165623544807E-2</c:v>
                </c:pt>
                <c:pt idx="347">
                  <c:v>4.1606979032951484E-3</c:v>
                </c:pt>
                <c:pt idx="348">
                  <c:v>1.4339565256493016E-2</c:v>
                </c:pt>
                <c:pt idx="349">
                  <c:v>-4.6179019833252361E-3</c:v>
                </c:pt>
                <c:pt idx="350">
                  <c:v>4.1606979032951484E-3</c:v>
                </c:pt>
                <c:pt idx="351">
                  <c:v>1.5685976282048292E-2</c:v>
                </c:pt>
                <c:pt idx="352">
                  <c:v>1.2454589820715633E-2</c:v>
                </c:pt>
                <c:pt idx="353">
                  <c:v>-2.7506889417764885E-2</c:v>
                </c:pt>
                <c:pt idx="354">
                  <c:v>1.0246475738804984E-2</c:v>
                </c:pt>
                <c:pt idx="355">
                  <c:v>-5.7866890665941514E-4</c:v>
                </c:pt>
                <c:pt idx="356">
                  <c:v>1.5217322932068117E-3</c:v>
                </c:pt>
                <c:pt idx="357">
                  <c:v>2.3441303789246665E-2</c:v>
                </c:pt>
                <c:pt idx="358">
                  <c:v>4.3761236673839918E-3</c:v>
                </c:pt>
                <c:pt idx="359">
                  <c:v>9.3847726824496103E-3</c:v>
                </c:pt>
                <c:pt idx="360">
                  <c:v>9.3847726824496103E-3</c:v>
                </c:pt>
                <c:pt idx="361">
                  <c:v>3.6221334930730386E-3</c:v>
                </c:pt>
                <c:pt idx="362">
                  <c:v>5.8841040160058982E-3</c:v>
                </c:pt>
                <c:pt idx="363">
                  <c:v>7.5536536876944374E-3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4DD-4942-8416-54251B05CA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4874464"/>
        <c:axId val="44875424"/>
      </c:scatterChart>
      <c:valAx>
        <c:axId val="448744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cap="all" baseline="0">
                    <a:solidFill>
                      <a:schemeClr val="lt1">
                        <a:lumMod val="7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X Variable 1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1" i="0" u="none" strike="noStrike" kern="1200" cap="all" baseline="0">
                  <a:solidFill>
                    <a:schemeClr val="lt1">
                      <a:lumMod val="7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50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875424"/>
        <c:crosses val="autoZero"/>
        <c:crossBetween val="midCat"/>
      </c:valAx>
      <c:valAx>
        <c:axId val="448754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900" b="1" i="0" u="none" strike="noStrike" kern="1200" cap="all" baseline="0">
                    <a:solidFill>
                      <a:schemeClr val="lt1">
                        <a:lumMod val="7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900" b="1" i="0" u="none" strike="noStrike" kern="1200" cap="all" baseline="0">
                  <a:solidFill>
                    <a:schemeClr val="lt1">
                      <a:lumMod val="7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50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87446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7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2020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1-EDB3-4AAF-AC2C-25150E773E38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3-EDB3-4AAF-AC2C-25150E773E38}"/>
              </c:ext>
            </c:extLst>
          </c:dPt>
          <c:cat>
            <c:strRef>
              <c:f>WACC!$A$13:$A$14</c:f>
              <c:strCache>
                <c:ptCount val="2"/>
                <c:pt idx="0">
                  <c:v>Equity</c:v>
                </c:pt>
                <c:pt idx="1">
                  <c:v>Dept</c:v>
                </c:pt>
              </c:strCache>
            </c:strRef>
          </c:cat>
          <c:val>
            <c:numRef>
              <c:f>WACC!$B$13:$B$14</c:f>
              <c:numCache>
                <c:formatCode>_([$€-2]\ * #,##0.00_);_([$€-2]\ * \(#,##0.00\);_([$€-2]\ * "-"??_);_(@_)</c:formatCode>
                <c:ptCount val="2"/>
                <c:pt idx="0" formatCode="_ [$€-2]\ * #,##0.00_ ;_ [$€-2]\ * \-#,##0.00_ ;_ [$€-2]\ * &quot;-&quot;??_ ;_ @_ ">
                  <c:v>216238468.44</c:v>
                </c:pt>
                <c:pt idx="1">
                  <c:v>11361040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DB3-4AAF-AC2C-25150E773E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2021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1-E048-4E29-A95C-8DA59650D911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3-E048-4E29-A95C-8DA59650D911}"/>
              </c:ext>
            </c:extLst>
          </c:dPt>
          <c:cat>
            <c:strRef>
              <c:f>WACC!$A$13:$A$14</c:f>
              <c:strCache>
                <c:ptCount val="2"/>
                <c:pt idx="0">
                  <c:v>Equity</c:v>
                </c:pt>
                <c:pt idx="1">
                  <c:v>Dept</c:v>
                </c:pt>
              </c:strCache>
            </c:strRef>
          </c:cat>
          <c:val>
            <c:numRef>
              <c:f>WACC!$C$13:$C$14</c:f>
              <c:numCache>
                <c:formatCode>_([$€-2]\ * #,##0.00_);_([$€-2]\ * \(#,##0.00\);_([$€-2]\ * "-"??_);_(@_)</c:formatCode>
                <c:ptCount val="2"/>
                <c:pt idx="0" formatCode="_ [$€-2]\ * #,##0.00_ ;_ [$€-2]\ * \-#,##0.00_ ;_ [$€-2]\ * &quot;-&quot;??_ ;_ @_ ">
                  <c:v>280134253.5</c:v>
                </c:pt>
                <c:pt idx="1">
                  <c:v>9333147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048-4E29-A95C-8DA59650D9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2022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1-6067-4B9B-9B43-B827552E6AE7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3-6067-4B9B-9B43-B827552E6AE7}"/>
              </c:ext>
            </c:extLst>
          </c:dPt>
          <c:cat>
            <c:strRef>
              <c:f>WACC!$A$13:$A$14</c:f>
              <c:strCache>
                <c:ptCount val="2"/>
                <c:pt idx="0">
                  <c:v>Equity</c:v>
                </c:pt>
                <c:pt idx="1">
                  <c:v>Dept</c:v>
                </c:pt>
              </c:strCache>
            </c:strRef>
          </c:cat>
          <c:val>
            <c:numRef>
              <c:f>WACC!$D$13:$D$14</c:f>
              <c:numCache>
                <c:formatCode>_([$€-2]\ * #,##0.00_);_([$€-2]\ * \(#,##0.00\);_([$€-2]\ * "-"??_);_(@_)</c:formatCode>
                <c:ptCount val="2"/>
                <c:pt idx="0" formatCode="_ [$€-2]\ * #,##0.00_ ;_ [$€-2]\ * \-#,##0.00_ ;_ [$€-2]\ * &quot;-&quot;??_ ;_ @_ ">
                  <c:v>204271958</c:v>
                </c:pt>
                <c:pt idx="1">
                  <c:v>15241863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067-4B9B-9B43-B827552E6A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2023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1-9253-4923-8DF8-071A8E494374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3-9253-4923-8DF8-071A8E494374}"/>
              </c:ext>
            </c:extLst>
          </c:dPt>
          <c:cat>
            <c:strRef>
              <c:f>WACC!$A$13:$A$14</c:f>
              <c:strCache>
                <c:ptCount val="2"/>
                <c:pt idx="0">
                  <c:v>Equity</c:v>
                </c:pt>
                <c:pt idx="1">
                  <c:v>Dept</c:v>
                </c:pt>
              </c:strCache>
            </c:strRef>
          </c:cat>
          <c:val>
            <c:numRef>
              <c:f>WACC!$E$13:$E$14</c:f>
              <c:numCache>
                <c:formatCode>_([$€-2]\ * #,##0.00_);_([$€-2]\ * \(#,##0.00\);_([$€-2]\ * "-"??_);_(@_)</c:formatCode>
                <c:ptCount val="2"/>
                <c:pt idx="0" formatCode="_ [$€-2]\ * #,##0.00_ ;_ [$€-2]\ * \-#,##0.00_ ;_ [$€-2]\ * &quot;-&quot;??_ ;_ @_ ">
                  <c:v>323322139</c:v>
                </c:pt>
                <c:pt idx="1">
                  <c:v>12522674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253-4923-8DF8-071A8E4943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2024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1-9F4B-4D09-8E97-06DF2922AB29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l"/>
              </a:scene3d>
              <a:sp3d prstMaterial="plastic">
                <a:bevelT w="0" h="0"/>
              </a:sp3d>
            </c:spPr>
            <c:extLst>
              <c:ext xmlns:c16="http://schemas.microsoft.com/office/drawing/2014/chart" uri="{C3380CC4-5D6E-409C-BE32-E72D297353CC}">
                <c16:uniqueId val="{00000003-9F4B-4D09-8E97-06DF2922AB29}"/>
              </c:ext>
            </c:extLst>
          </c:dPt>
          <c:cat>
            <c:strRef>
              <c:f>WACC!$A$13:$A$14</c:f>
              <c:strCache>
                <c:ptCount val="2"/>
                <c:pt idx="0">
                  <c:v>Equity</c:v>
                </c:pt>
                <c:pt idx="1">
                  <c:v>Dept</c:v>
                </c:pt>
              </c:strCache>
            </c:strRef>
          </c:cat>
          <c:val>
            <c:numRef>
              <c:f>WACC!$F$13:$F$14</c:f>
              <c:numCache>
                <c:formatCode>_([$€-2]\ * #,##0.00_);_([$€-2]\ * \(#,##0.00\);_([$€-2]\ * "-"??_);_(@_)</c:formatCode>
                <c:ptCount val="2"/>
                <c:pt idx="0" formatCode="_ [$€-2]\ * #,##0.00_ ;_ [$€-2]\ * \-#,##0.00_ ;_ [$€-2]\ * &quot;-&quot;??_ ;_ @_ ">
                  <c:v>513096383.60000002</c:v>
                </c:pt>
                <c:pt idx="1">
                  <c:v>4794837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4B-4D09-8E97-06DF2922AB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8">
  <cs:axisTitle>
    <cs:lnRef idx="0"/>
    <cs:fillRef idx="0"/>
    <cs:effectRef idx="0"/>
    <cs:fontRef idx="minor">
      <a:schemeClr val="lt1">
        <a:lumMod val="7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75000"/>
      </a:schemeClr>
    </cs:fontRef>
    <cs:spPr>
      <a:ln w="9525" cap="flat" cmpd="sng" algn="ctr">
        <a:solidFill>
          <a:schemeClr val="lt1">
            <a:lumMod val="50000"/>
          </a:schemeClr>
        </a:solidFill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7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7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7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75000"/>
      </a:schemeClr>
    </cs:fontRef>
    <cs:spPr>
      <a:ln w="9525" cap="flat" cmpd="sng" algn="ctr">
        <a:solidFill>
          <a:schemeClr val="lt1">
            <a:lumMod val="50000"/>
          </a:schemeClr>
        </a:solidFill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lt1">
        <a:lumMod val="7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75000"/>
      </a:schemeClr>
    </cs:fontRef>
    <cs:spPr>
      <a:ln w="9525" cap="flat" cmpd="sng" algn="ctr">
        <a:solidFill>
          <a:schemeClr val="lt1">
            <a:lumMod val="50000"/>
          </a:schemeClr>
        </a:solidFill>
      </a:ln>
    </cs:spPr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7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57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57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57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57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192B70F-2712-4DD6-B91C-47FE553749EC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4C54042-97E2-43D7-903D-23419C60E194}">
      <dgm:prSet/>
      <dgm:spPr/>
      <dgm:t>
        <a:bodyPr/>
        <a:lstStyle/>
        <a:p>
          <a:r>
            <a:rPr lang="el-GR" b="1"/>
            <a:t>Σημειώσεις:</a:t>
          </a:r>
          <a:endParaRPr lang="en-US"/>
        </a:p>
      </dgm:t>
    </dgm:pt>
    <dgm:pt modelId="{D9C30C99-FC56-4B57-8D48-D578B7FC49A7}" type="parTrans" cxnId="{7054E549-5EED-441B-A3BC-CDA4ED851E22}">
      <dgm:prSet/>
      <dgm:spPr/>
      <dgm:t>
        <a:bodyPr/>
        <a:lstStyle/>
        <a:p>
          <a:endParaRPr lang="en-US"/>
        </a:p>
      </dgm:t>
    </dgm:pt>
    <dgm:pt modelId="{BE0B51A1-23A0-4387-AA97-B2B7A2B7FC64}" type="sibTrans" cxnId="{7054E549-5EED-441B-A3BC-CDA4ED851E22}">
      <dgm:prSet/>
      <dgm:spPr/>
      <dgm:t>
        <a:bodyPr/>
        <a:lstStyle/>
        <a:p>
          <a:endParaRPr lang="en-US"/>
        </a:p>
      </dgm:t>
    </dgm:pt>
    <dgm:pt modelId="{0585E7B8-355D-42C6-A54A-A658113606EA}">
      <dgm:prSet/>
      <dgm:spPr/>
      <dgm:t>
        <a:bodyPr/>
        <a:lstStyle/>
        <a:p>
          <a:r>
            <a:rPr lang="el-GR"/>
            <a:t>Για τον συντελεστή </a:t>
          </a:r>
          <a:r>
            <a:rPr lang="en-US"/>
            <a:t>beta</a:t>
          </a:r>
          <a:r>
            <a:rPr lang="el-GR"/>
            <a:t> χρησιμοποιήσαμε </a:t>
          </a:r>
          <a:r>
            <a:rPr lang="en-US"/>
            <a:t>regression </a:t>
          </a:r>
          <a:r>
            <a:rPr lang="el-GR"/>
            <a:t>μεταξύ των εβδομαδιαίων αποδόσεων της ΚΡΙ-ΚΡΙ και του δείκτη χρηματιστηρίου Αθηνών (δείκτης </a:t>
          </a:r>
          <a:r>
            <a:rPr lang="en-US"/>
            <a:t>ATG</a:t>
          </a:r>
          <a:r>
            <a:rPr lang="el-GR"/>
            <a:t>).</a:t>
          </a:r>
          <a:endParaRPr lang="en-US"/>
        </a:p>
      </dgm:t>
    </dgm:pt>
    <dgm:pt modelId="{CC05323C-2A96-4C15-928B-3E4469762775}" type="parTrans" cxnId="{F5E309D0-2E05-4471-8155-44A0E4438AE8}">
      <dgm:prSet/>
      <dgm:spPr/>
      <dgm:t>
        <a:bodyPr/>
        <a:lstStyle/>
        <a:p>
          <a:endParaRPr lang="en-US"/>
        </a:p>
      </dgm:t>
    </dgm:pt>
    <dgm:pt modelId="{013F5226-EDDA-4B71-B930-6B6AE0A3E0FD}" type="sibTrans" cxnId="{F5E309D0-2E05-4471-8155-44A0E4438AE8}">
      <dgm:prSet/>
      <dgm:spPr/>
      <dgm:t>
        <a:bodyPr/>
        <a:lstStyle/>
        <a:p>
          <a:endParaRPr lang="en-US"/>
        </a:p>
      </dgm:t>
    </dgm:pt>
    <dgm:pt modelId="{CEDFE91D-6E6E-4769-8DB7-C47E3E901EFB}">
      <dgm:prSet/>
      <dgm:spPr/>
      <dgm:t>
        <a:bodyPr/>
        <a:lstStyle/>
        <a:p>
          <a:r>
            <a:rPr lang="el-GR"/>
            <a:t>Επιλέγουμε εβδομαδιαίες αποδόσεις δεδομένα, προκειμένου να περιοριστεί ο βραχυπρόθεσμος «θόρυβος» και να αποτυπωθεί καλύτερα η συστηματική μεταβλητότητα. </a:t>
          </a:r>
          <a:endParaRPr lang="en-US"/>
        </a:p>
      </dgm:t>
    </dgm:pt>
    <dgm:pt modelId="{9B6428CF-74A9-4ED0-9459-7CE9BA531F4B}" type="parTrans" cxnId="{323E8DBE-AB48-4646-8881-E3F904FE3FA2}">
      <dgm:prSet/>
      <dgm:spPr/>
      <dgm:t>
        <a:bodyPr/>
        <a:lstStyle/>
        <a:p>
          <a:endParaRPr lang="en-US"/>
        </a:p>
      </dgm:t>
    </dgm:pt>
    <dgm:pt modelId="{43317D66-BECB-4D63-B461-7DF58D1E1EF3}" type="sibTrans" cxnId="{323E8DBE-AB48-4646-8881-E3F904FE3FA2}">
      <dgm:prSet/>
      <dgm:spPr/>
      <dgm:t>
        <a:bodyPr/>
        <a:lstStyle/>
        <a:p>
          <a:endParaRPr lang="en-US"/>
        </a:p>
      </dgm:t>
    </dgm:pt>
    <dgm:pt modelId="{39B4C1D9-34BF-4126-83F5-0E66424A43B2}">
      <dgm:prSet/>
      <dgm:spPr/>
      <dgm:t>
        <a:bodyPr/>
        <a:lstStyle/>
        <a:p>
          <a:r>
            <a:rPr lang="el-GR"/>
            <a:t>Υπολογίσαμε τα </a:t>
          </a:r>
          <a:r>
            <a:rPr lang="en-US"/>
            <a:t>beta</a:t>
          </a:r>
          <a:r>
            <a:rPr lang="el-GR"/>
            <a:t> τόσο σε ετήσια βάση (από το 2020 έως το 2024) όσο και σε ένα ενιαίο διάστημα (01/01/2020 – 21/12/2025)</a:t>
          </a:r>
          <a:r>
            <a:rPr lang="en-US"/>
            <a:t>.</a:t>
          </a:r>
        </a:p>
      </dgm:t>
    </dgm:pt>
    <dgm:pt modelId="{57FB510B-A183-46E2-A6BB-378D357F71E9}" type="parTrans" cxnId="{186ACD8D-7841-46EB-A2EC-E4B4EED33291}">
      <dgm:prSet/>
      <dgm:spPr/>
      <dgm:t>
        <a:bodyPr/>
        <a:lstStyle/>
        <a:p>
          <a:endParaRPr lang="en-US"/>
        </a:p>
      </dgm:t>
    </dgm:pt>
    <dgm:pt modelId="{B7FA18A9-76C3-49F6-B390-9C881838F2F5}" type="sibTrans" cxnId="{186ACD8D-7841-46EB-A2EC-E4B4EED33291}">
      <dgm:prSet/>
      <dgm:spPr/>
      <dgm:t>
        <a:bodyPr/>
        <a:lstStyle/>
        <a:p>
          <a:endParaRPr lang="en-US"/>
        </a:p>
      </dgm:t>
    </dgm:pt>
    <dgm:pt modelId="{0BDFE184-6E14-4EAE-9B75-FA9B22A35431}" type="pres">
      <dgm:prSet presAssocID="{0192B70F-2712-4DD6-B91C-47FE553749EC}" presName="outerComposite" presStyleCnt="0">
        <dgm:presLayoutVars>
          <dgm:chMax val="5"/>
          <dgm:dir/>
          <dgm:resizeHandles val="exact"/>
        </dgm:presLayoutVars>
      </dgm:prSet>
      <dgm:spPr/>
    </dgm:pt>
    <dgm:pt modelId="{60A2125F-60BD-4A60-8EAC-E70A2DB18F94}" type="pres">
      <dgm:prSet presAssocID="{0192B70F-2712-4DD6-B91C-47FE553749EC}" presName="dummyMaxCanvas" presStyleCnt="0">
        <dgm:presLayoutVars/>
      </dgm:prSet>
      <dgm:spPr/>
    </dgm:pt>
    <dgm:pt modelId="{0F118EE8-FF73-482C-B7C3-916CE35EDE90}" type="pres">
      <dgm:prSet presAssocID="{0192B70F-2712-4DD6-B91C-47FE553749EC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1DC4C009-77D1-4D77-A7DC-84E4094ADD30}" type="presOf" srcId="{0585E7B8-355D-42C6-A54A-A658113606EA}" destId="{0F118EE8-FF73-482C-B7C3-916CE35EDE90}" srcOrd="0" destOrd="1" presId="urn:microsoft.com/office/officeart/2005/8/layout/vProcess5"/>
    <dgm:cxn modelId="{188EFC0C-A79B-4B39-927D-1EE236102AC8}" type="presOf" srcId="{CEDFE91D-6E6E-4769-8DB7-C47E3E901EFB}" destId="{0F118EE8-FF73-482C-B7C3-916CE35EDE90}" srcOrd="0" destOrd="2" presId="urn:microsoft.com/office/officeart/2005/8/layout/vProcess5"/>
    <dgm:cxn modelId="{135B7324-E983-4171-ADEC-DF0F73DC0276}" type="presOf" srcId="{39B4C1D9-34BF-4126-83F5-0E66424A43B2}" destId="{0F118EE8-FF73-482C-B7C3-916CE35EDE90}" srcOrd="0" destOrd="3" presId="urn:microsoft.com/office/officeart/2005/8/layout/vProcess5"/>
    <dgm:cxn modelId="{D0E8BE2D-9BCC-4A99-B093-EB7B5DD43946}" type="presOf" srcId="{0192B70F-2712-4DD6-B91C-47FE553749EC}" destId="{0BDFE184-6E14-4EAE-9B75-FA9B22A35431}" srcOrd="0" destOrd="0" presId="urn:microsoft.com/office/officeart/2005/8/layout/vProcess5"/>
    <dgm:cxn modelId="{7054E549-5EED-441B-A3BC-CDA4ED851E22}" srcId="{0192B70F-2712-4DD6-B91C-47FE553749EC}" destId="{84C54042-97E2-43D7-903D-23419C60E194}" srcOrd="0" destOrd="0" parTransId="{D9C30C99-FC56-4B57-8D48-D578B7FC49A7}" sibTransId="{BE0B51A1-23A0-4387-AA97-B2B7A2B7FC64}"/>
    <dgm:cxn modelId="{EABF0C6B-DFF7-449A-98C1-70AA6526222A}" type="presOf" srcId="{84C54042-97E2-43D7-903D-23419C60E194}" destId="{0F118EE8-FF73-482C-B7C3-916CE35EDE90}" srcOrd="0" destOrd="0" presId="urn:microsoft.com/office/officeart/2005/8/layout/vProcess5"/>
    <dgm:cxn modelId="{186ACD8D-7841-46EB-A2EC-E4B4EED33291}" srcId="{84C54042-97E2-43D7-903D-23419C60E194}" destId="{39B4C1D9-34BF-4126-83F5-0E66424A43B2}" srcOrd="2" destOrd="0" parTransId="{57FB510B-A183-46E2-A6BB-378D357F71E9}" sibTransId="{B7FA18A9-76C3-49F6-B390-9C881838F2F5}"/>
    <dgm:cxn modelId="{323E8DBE-AB48-4646-8881-E3F904FE3FA2}" srcId="{84C54042-97E2-43D7-903D-23419C60E194}" destId="{CEDFE91D-6E6E-4769-8DB7-C47E3E901EFB}" srcOrd="1" destOrd="0" parTransId="{9B6428CF-74A9-4ED0-9459-7CE9BA531F4B}" sibTransId="{43317D66-BECB-4D63-B461-7DF58D1E1EF3}"/>
    <dgm:cxn modelId="{F5E309D0-2E05-4471-8155-44A0E4438AE8}" srcId="{84C54042-97E2-43D7-903D-23419C60E194}" destId="{0585E7B8-355D-42C6-A54A-A658113606EA}" srcOrd="0" destOrd="0" parTransId="{CC05323C-2A96-4C15-928B-3E4469762775}" sibTransId="{013F5226-EDDA-4B71-B930-6B6AE0A3E0FD}"/>
    <dgm:cxn modelId="{1F4108B5-D548-497C-A195-5AD4278DDF9C}" type="presParOf" srcId="{0BDFE184-6E14-4EAE-9B75-FA9B22A35431}" destId="{60A2125F-60BD-4A60-8EAC-E70A2DB18F94}" srcOrd="0" destOrd="0" presId="urn:microsoft.com/office/officeart/2005/8/layout/vProcess5"/>
    <dgm:cxn modelId="{05D6A3C3-7596-48A3-BA3E-7C64F35FDDD5}" type="presParOf" srcId="{0BDFE184-6E14-4EAE-9B75-FA9B22A35431}" destId="{0F118EE8-FF73-482C-B7C3-916CE35EDE90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118EE8-FF73-482C-B7C3-916CE35EDE90}">
      <dsp:nvSpPr>
        <dsp:cNvPr id="0" name=""/>
        <dsp:cNvSpPr/>
      </dsp:nvSpPr>
      <dsp:spPr>
        <a:xfrm>
          <a:off x="0" y="1023370"/>
          <a:ext cx="9618133" cy="20467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l-GR" sz="2100" b="1" kern="1200"/>
            <a:t>Σημειώσεις: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l-GR" sz="1600" kern="1200"/>
            <a:t>Για τον συντελεστή </a:t>
          </a:r>
          <a:r>
            <a:rPr lang="en-US" sz="1600" kern="1200"/>
            <a:t>beta</a:t>
          </a:r>
          <a:r>
            <a:rPr lang="el-GR" sz="1600" kern="1200"/>
            <a:t> χρησιμοποιήσαμε </a:t>
          </a:r>
          <a:r>
            <a:rPr lang="en-US" sz="1600" kern="1200"/>
            <a:t>regression </a:t>
          </a:r>
          <a:r>
            <a:rPr lang="el-GR" sz="1600" kern="1200"/>
            <a:t>μεταξύ των εβδομαδιαίων αποδόσεων της ΚΡΙ-ΚΡΙ και του δείκτη χρηματιστηρίου Αθηνών (δείκτης </a:t>
          </a:r>
          <a:r>
            <a:rPr lang="en-US" sz="1600" kern="1200"/>
            <a:t>ATG</a:t>
          </a:r>
          <a:r>
            <a:rPr lang="el-GR" sz="1600" kern="1200"/>
            <a:t>).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l-GR" sz="1600" kern="1200"/>
            <a:t>Επιλέγουμε εβδομαδιαίες αποδόσεις δεδομένα, προκειμένου να περιοριστεί ο βραχυπρόθεσμος «θόρυβος» και να αποτυπωθεί καλύτερα η συστηματική μεταβλητότητα. 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l-GR" sz="1600" kern="1200"/>
            <a:t>Υπολογίσαμε τα </a:t>
          </a:r>
          <a:r>
            <a:rPr lang="en-US" sz="1600" kern="1200"/>
            <a:t>beta</a:t>
          </a:r>
          <a:r>
            <a:rPr lang="el-GR" sz="1600" kern="1200"/>
            <a:t> τόσο σε ετήσια βάση (από το 2020 έως το 2024) όσο και σε ένα ενιαίο διάστημα (01/01/2020 – 21/12/2025)</a:t>
          </a:r>
          <a:r>
            <a:rPr lang="en-US" sz="1600" kern="1200"/>
            <a:t>.</a:t>
          </a:r>
        </a:p>
      </dsp:txBody>
      <dsp:txXfrm>
        <a:off x="59947" y="1083317"/>
        <a:ext cx="9498239" cy="19268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907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71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04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81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333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685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24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578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659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96505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191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742591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038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8595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668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480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3" r:id="rId11"/>
    <p:sldLayoutId id="2147483754" r:id="rId12"/>
    <p:sldLayoutId id="2147483755" r:id="rId13"/>
    <p:sldLayoutId id="2147483756" r:id="rId14"/>
    <p:sldLayoutId id="2147483757" r:id="rId15"/>
    <p:sldLayoutId id="214748375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ADFFC45-3DC9-4433-926F-043E879D9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F26A87-0610-435F-AA13-BD658385C9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67230" y="-8468"/>
            <a:ext cx="4763558" cy="6866467"/>
            <a:chOff x="67175" y="-8467"/>
            <a:chExt cx="4763558" cy="686646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6321436-5AAD-4FB6-BB0D-316D4540E8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520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4B0BD33-3D46-4F43-947A-825DFEF610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7175" y="3681413"/>
              <a:ext cx="4763558" cy="3176587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3">
              <a:extLst>
                <a:ext uri="{FF2B5EF4-FFF2-40B4-BE49-F238E27FC236}">
                  <a16:creationId xmlns:a16="http://schemas.microsoft.com/office/drawing/2014/main" id="{92E26C27-E1F5-47DC-9F83-469D196C55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58764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95F944E7-2B4E-4AE2-B4DB-846FF8AE0B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80730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FF14952D-390F-46CC-B302-73DDD9C416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9621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867CDE55-B22A-40D0-882A-9452919EE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11788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8C409231-C942-4808-B529-DAC32A7DB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448954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7335" y="1282701"/>
            <a:ext cx="5096060" cy="4307148"/>
          </a:xfrm>
        </p:spPr>
        <p:txBody>
          <a:bodyPr anchor="ctr">
            <a:normAutofit/>
          </a:bodyPr>
          <a:lstStyle/>
          <a:p>
            <a:r>
              <a:rPr lang="el-GR"/>
              <a:t>ΚΡΙ-ΚΡΙ Α.Β.Ε.Ε.</a:t>
            </a:r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9370F01-B8C9-4CE4-824C-92B2792E6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36497" y="-8468"/>
            <a:ext cx="5074930" cy="6866468"/>
          </a:xfrm>
          <a:custGeom>
            <a:avLst/>
            <a:gdLst>
              <a:gd name="connsiteX0" fmla="*/ 0 w 5074930"/>
              <a:gd name="connsiteY0" fmla="*/ 0 h 6858000"/>
              <a:gd name="connsiteX1" fmla="*/ 1249825 w 5074930"/>
              <a:gd name="connsiteY1" fmla="*/ 0 h 6858000"/>
              <a:gd name="connsiteX2" fmla="*/ 1249825 w 5074930"/>
              <a:gd name="connsiteY2" fmla="*/ 8457 h 6858000"/>
              <a:gd name="connsiteX3" fmla="*/ 5074930 w 5074930"/>
              <a:gd name="connsiteY3" fmla="*/ 8457 h 6858000"/>
              <a:gd name="connsiteX4" fmla="*/ 5074930 w 5074930"/>
              <a:gd name="connsiteY4" fmla="*/ 6858000 h 6858000"/>
              <a:gd name="connsiteX5" fmla="*/ 1249825 w 5074930"/>
              <a:gd name="connsiteY5" fmla="*/ 6858000 h 6858000"/>
              <a:gd name="connsiteX6" fmla="*/ 1109383 w 507493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4930" h="6858000">
                <a:moveTo>
                  <a:pt x="0" y="0"/>
                </a:moveTo>
                <a:lnTo>
                  <a:pt x="1249825" y="0"/>
                </a:lnTo>
                <a:lnTo>
                  <a:pt x="1249825" y="8457"/>
                </a:lnTo>
                <a:lnTo>
                  <a:pt x="5074930" y="8457"/>
                </a:lnTo>
                <a:lnTo>
                  <a:pt x="5074930" y="6858000"/>
                </a:lnTo>
                <a:lnTo>
                  <a:pt x="1249825" y="6858000"/>
                </a:lnTo>
                <a:lnTo>
                  <a:pt x="1109383" y="6858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821120" y="2876315"/>
            <a:ext cx="3602567" cy="1096899"/>
          </a:xfrm>
        </p:spPr>
        <p:txBody>
          <a:bodyPr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l-GR">
                <a:solidFill>
                  <a:srgbClr val="FFFFFF"/>
                </a:solidFill>
              </a:rPr>
              <a:t>Ανάλυση Εταιρείας και Μετοχής</a:t>
            </a:r>
          </a:p>
          <a:p>
            <a:pPr algn="l">
              <a:lnSpc>
                <a:spcPct val="90000"/>
              </a:lnSpc>
            </a:pPr>
            <a:r>
              <a:rPr lang="el-GR">
                <a:solidFill>
                  <a:srgbClr val="FFFFFF"/>
                </a:solidFill>
              </a:rPr>
              <a:t>Κουτσομπίνας Κωνσταντίνος</a:t>
            </a:r>
          </a:p>
          <a:p>
            <a:pPr algn="l">
              <a:lnSpc>
                <a:spcPct val="90000"/>
              </a:lnSpc>
            </a:pPr>
            <a:r>
              <a:rPr lang="el-GR">
                <a:solidFill>
                  <a:srgbClr val="FFFFFF"/>
                </a:solidFill>
              </a:rPr>
              <a:t>Χειμερινό Εξάμηνο 2025-2026</a:t>
            </a:r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4D16F1A-5D78-4402-81FF-31A98AFD6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107BBC-9D45-ED0C-4622-992940435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l-GR" b="1">
                <a:latin typeface="Times New Roman" panose="02020603050405020304" pitchFamily="18" charset="0"/>
                <a:cs typeface="Times New Roman" panose="02020603050405020304" pitchFamily="18" charset="0"/>
              </a:rPr>
              <a:t>Συντελεστής </a:t>
            </a: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beta</a:t>
            </a:r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1B2FB7F0-6A45-43E8-88A7-48E46E6D48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6BA9C607-662B-4FBB-A3F3-CF593AD736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9" name="Content Placeholder 6">
            <a:extLst>
              <a:ext uri="{FF2B5EF4-FFF2-40B4-BE49-F238E27FC236}">
                <a16:creationId xmlns:a16="http://schemas.microsoft.com/office/drawing/2014/main" id="{A679CC61-B7F7-5E02-D73A-42B4AD4572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2771836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77369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9E15F3E-4B49-5507-DB8C-D916E6826A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47968493"/>
                  </p:ext>
                </p:extLst>
              </p:nvPr>
            </p:nvGraphicFramePr>
            <p:xfrm>
              <a:off x="919164" y="463000"/>
              <a:ext cx="10353672" cy="1112520"/>
            </p:xfrm>
            <a:graphic>
              <a:graphicData uri="http://schemas.openxmlformats.org/drawingml/2006/table">
                <a:tbl>
                  <a:tblPr firstRow="1" bandRow="1">
                    <a:tableStyleId>{E8034E78-7F5D-4C2E-B375-FC64B27BC917}</a:tableStyleId>
                  </a:tblPr>
                  <a:tblGrid>
                    <a:gridCol w="1725612">
                      <a:extLst>
                        <a:ext uri="{9D8B030D-6E8A-4147-A177-3AD203B41FA5}">
                          <a16:colId xmlns:a16="http://schemas.microsoft.com/office/drawing/2014/main" val="945333823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703913221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3653217936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1637302215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1326460804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36110146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601612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bg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0.622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0.459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0.493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0.455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0.427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04235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42.79%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14.16%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18.14%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11.58%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8.54%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97403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9E15F3E-4B49-5507-DB8C-D916E6826A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47968493"/>
                  </p:ext>
                </p:extLst>
              </p:nvPr>
            </p:nvGraphicFramePr>
            <p:xfrm>
              <a:off x="919164" y="463000"/>
              <a:ext cx="10353672" cy="1112520"/>
            </p:xfrm>
            <a:graphic>
              <a:graphicData uri="http://schemas.openxmlformats.org/drawingml/2006/table">
                <a:tbl>
                  <a:tblPr firstRow="1" bandRow="1">
                    <a:tableStyleId>{E8034E78-7F5D-4C2E-B375-FC64B27BC917}</a:tableStyleId>
                  </a:tblPr>
                  <a:tblGrid>
                    <a:gridCol w="1725612">
                      <a:extLst>
                        <a:ext uri="{9D8B030D-6E8A-4147-A177-3AD203B41FA5}">
                          <a16:colId xmlns:a16="http://schemas.microsoft.com/office/drawing/2014/main" val="945333823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703913221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3653217936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1637302215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1326460804"/>
                        </a:ext>
                      </a:extLst>
                    </a:gridCol>
                    <a:gridCol w="1725612">
                      <a:extLst>
                        <a:ext uri="{9D8B030D-6E8A-4147-A177-3AD203B41FA5}">
                          <a16:colId xmlns:a16="http://schemas.microsoft.com/office/drawing/2014/main" val="36110146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2024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601612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bg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0.622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0.459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0.493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0.455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0.427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04235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t="-211475" r="-501413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42.79%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14.16%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18.14%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11.58%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dirty="0">
                              <a:solidFill>
                                <a:schemeClr val="bg1"/>
                              </a:solidFill>
                            </a:rPr>
                            <a:t>8.54%</a:t>
                          </a:r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9740341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5FBFB12-5DA7-BEBE-3DBA-E058532464E0}"/>
              </a:ext>
            </a:extLst>
          </p:cNvPr>
          <p:cNvSpPr txBox="1"/>
          <p:nvPr/>
        </p:nvSpPr>
        <p:spPr>
          <a:xfrm>
            <a:off x="4313852" y="1896447"/>
            <a:ext cx="4291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6-ετές (01/01/2020 –21/12/2025)</a:t>
            </a:r>
          </a:p>
          <a:p>
            <a:endParaRPr lang="el-GR" dirty="0"/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2466443-4B94-A446-49D7-1D93B7B31C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697136"/>
                  </p:ext>
                </p:extLst>
              </p:nvPr>
            </p:nvGraphicFramePr>
            <p:xfrm>
              <a:off x="919164" y="2476863"/>
              <a:ext cx="2852736" cy="74276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426368">
                      <a:extLst>
                        <a:ext uri="{9D8B030D-6E8A-4147-A177-3AD203B41FA5}">
                          <a16:colId xmlns:a16="http://schemas.microsoft.com/office/drawing/2014/main" val="2839230153"/>
                        </a:ext>
                      </a:extLst>
                    </a:gridCol>
                    <a:gridCol w="1426368">
                      <a:extLst>
                        <a:ext uri="{9D8B030D-6E8A-4147-A177-3AD203B41FA5}">
                          <a16:colId xmlns:a16="http://schemas.microsoft.com/office/drawing/2014/main" val="338918459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53102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0.539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20.27%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274679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2466443-4B94-A446-49D7-1D93B7B31C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697136"/>
                  </p:ext>
                </p:extLst>
              </p:nvPr>
            </p:nvGraphicFramePr>
            <p:xfrm>
              <a:off x="919164" y="2476863"/>
              <a:ext cx="2852736" cy="74276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426368">
                      <a:extLst>
                        <a:ext uri="{9D8B030D-6E8A-4147-A177-3AD203B41FA5}">
                          <a16:colId xmlns:a16="http://schemas.microsoft.com/office/drawing/2014/main" val="2839230153"/>
                        </a:ext>
                      </a:extLst>
                    </a:gridCol>
                    <a:gridCol w="1426368">
                      <a:extLst>
                        <a:ext uri="{9D8B030D-6E8A-4147-A177-3AD203B41FA5}">
                          <a16:colId xmlns:a16="http://schemas.microsoft.com/office/drawing/2014/main" val="3389184590"/>
                        </a:ext>
                      </a:extLst>
                    </a:gridCol>
                  </a:tblGrid>
                  <a:tr h="3719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855" t="-9677" r="-1709" b="-1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53102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0.539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20.27%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2746792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83F88291-784B-C481-87E9-8E3F29EFFB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48465504"/>
              </p:ext>
            </p:extLst>
          </p:nvPr>
        </p:nvGraphicFramePr>
        <p:xfrm>
          <a:off x="4611072" y="2476863"/>
          <a:ext cx="6661764" cy="39181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252510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FE04F9-A11A-7EF1-6942-E97FA0F8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33502" y="833120"/>
                <a:ext cx="9659618" cy="5208242"/>
              </a:xfrm>
            </p:spPr>
            <p:txBody>
              <a:bodyPr>
                <a:normAutofit/>
              </a:bodyPr>
              <a:lstStyle/>
              <a:p>
                <a:pPr marL="36900" indent="0">
                  <a:lnSpc>
                    <a:spcPct val="90000"/>
                  </a:lnSpc>
                  <a:buNone/>
                </a:pPr>
                <a:r>
                  <a:rPr lang="el-G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Παρατηρήσεις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el-G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Το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δεν είναι ιδιαίτερα υψηλό, ειδικά σε κάποια έτη βλέπουμε να πέφτει κάτω από 10%</a:t>
                </a:r>
                <a:r>
                  <a:rPr lang="el-G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Αυτό υποδεικνύει ότι :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l-G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Ο παράγοντας αγοράς εξηγεί μικρό μέρος της διακύμανσης των αποδόσεων.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l-G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Η μεταβλητότητα της μετοχής επηρεάζεται κυρίως από ιδιοσυγκρασιακούς / εταιρικούς παράγοντες.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l-G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Πιθανές αιτίες: εταιρικά αποτελέσματα, τιμές γάλακτος &amp; περιθώρια, χαμηλή εμπορευσιμότητα.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l-G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Παρ’ όλα αυτά, το </a:t>
                </a:r>
                <a:r>
                  <a:rPr lang="el-GR" sz="1800" b="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beta</a:t>
                </a:r>
                <a:r>
                  <a:rPr lang="el-G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παραμένει κατάλληλο ως μέτρο συστηματικού κινδύνου για το CAPM, με ενίσχυση μέσω κλαδικών </a:t>
                </a:r>
                <a:r>
                  <a:rPr lang="el-GR" sz="1800" b="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benchmarks</a:t>
                </a:r>
                <a:r>
                  <a:rPr lang="el-G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όπου χρειάζεται.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el-G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Το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l-G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για το 2020 εμφανίζεται σημαντικά υψηλότερο σε σχέση με τα υπόλοιπα έτη. Αυτό είναι αναμενόμενο, καθώς κατά την περίοδο της πανδημίας ο </a:t>
                </a:r>
                <a:r>
                  <a:rPr lang="el-G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συστημικός κίνδυνος</a:t>
                </a:r>
                <a:r>
                  <a:rPr lang="el-G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κυριάρχησε στις αγορές και οι αποδόσεις των περισσότερων μετοχών —συμπεριλαμβανομένης της ΚΡΙ-ΚΡΙ— επηρεάστηκαν έντονα από τις </a:t>
                </a:r>
                <a:r>
                  <a:rPr lang="el-G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γενικότερες κινήσεις της αγοράς</a:t>
                </a:r>
                <a:r>
                  <a:rPr lang="el-G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Συνεπώς, η διακύμανση της τιμής της μετοχής το 2020 εξηγείται σε μεγαλύτερο βαθμό από τη διακύμανση του Γενικού Δείκτη.</a:t>
                </a:r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FE04F9-A11A-7EF1-6942-E97FA0F8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33502" y="833120"/>
                <a:ext cx="9659618" cy="5208242"/>
              </a:xfrm>
              <a:blipFill>
                <a:blip r:embed="rId2"/>
                <a:stretch>
                  <a:fillRect l="-189" t="-1171" r="-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76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1D98101-5274-0DAA-0617-0DCAD52323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5121877"/>
              </p:ext>
            </p:extLst>
          </p:nvPr>
        </p:nvGraphicFramePr>
        <p:xfrm>
          <a:off x="843281" y="882646"/>
          <a:ext cx="3150998" cy="243871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E68098C7-4937-4FC9-85D3-07F59301B7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7115041"/>
              </p:ext>
            </p:extLst>
          </p:nvPr>
        </p:nvGraphicFramePr>
        <p:xfrm>
          <a:off x="4327278" y="871530"/>
          <a:ext cx="3313924" cy="2460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A33F0D1E-2269-4B10-9BC1-D21BBFA5F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3958049"/>
              </p:ext>
            </p:extLst>
          </p:nvPr>
        </p:nvGraphicFramePr>
        <p:xfrm>
          <a:off x="8008360" y="871530"/>
          <a:ext cx="3340359" cy="2460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530D3F3-EB1F-4042-97D6-19F7373DA8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58244420"/>
              </p:ext>
            </p:extLst>
          </p:nvPr>
        </p:nvGraphicFramePr>
        <p:xfrm>
          <a:off x="843282" y="3499005"/>
          <a:ext cx="3150998" cy="24609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0BBB9B4B-4C20-4050-93E9-9CF1DDC30C8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89432757"/>
              </p:ext>
            </p:extLst>
          </p:nvPr>
        </p:nvGraphicFramePr>
        <p:xfrm>
          <a:off x="4327278" y="3499005"/>
          <a:ext cx="3312369" cy="2460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2F85827-4F09-285A-D834-8D61EF283A2B}"/>
              </a:ext>
            </a:extLst>
          </p:cNvPr>
          <p:cNvSpPr txBox="1"/>
          <p:nvPr/>
        </p:nvSpPr>
        <p:spPr>
          <a:xfrm>
            <a:off x="843281" y="203200"/>
            <a:ext cx="105054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WACC &amp; Capital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BDC23-EE4E-78A7-18DE-B186C1D80FE5}"/>
              </a:ext>
            </a:extLst>
          </p:cNvPr>
          <p:cNvSpPr txBox="1"/>
          <p:nvPr/>
        </p:nvSpPr>
        <p:spPr>
          <a:xfrm>
            <a:off x="8008358" y="3499005"/>
            <a:ext cx="334036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Η εταιρεία εμφανίζει </a:t>
            </a:r>
            <a:r>
              <a:rPr lang="el-G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χαμηλή δανειακή </a:t>
            </a:r>
            <a:r>
              <a:rPr lang="el-G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μόχλευση</a:t>
            </a:r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καθώς το μεγαλύτερο μέρος της χρηματοδότησής της προέρχεται από τα </a:t>
            </a:r>
            <a:r>
              <a:rPr lang="el-G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ίδια κεφάλαια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(&gt;93% όλα τα έτη). Το Capital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υποδηλώνει περιορισμένη εξάρτηση από τραπεζικό δανεισμό.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3306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8D39B-11B3-CDF1-3155-103C9B39A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2" y="609600"/>
            <a:ext cx="8596668" cy="731520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WACC</a:t>
            </a:r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CA703C-A634-15D1-82EC-88E510D875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33502" y="1412241"/>
                <a:ext cx="10096498" cy="4629122"/>
              </a:xfrm>
            </p:spPr>
            <p:txBody>
              <a:bodyPr>
                <a:normAutofit/>
              </a:bodyPr>
              <a:lstStyle/>
              <a:p>
                <a:pPr marL="36900" indent="0">
                  <a:lnSpc>
                    <a:spcPct val="90000"/>
                  </a:lnSpc>
                  <a:buNone/>
                </a:pPr>
                <a:r>
                  <a:rPr lang="el-GR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Σημειώσεις</a:t>
                </a:r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36900" indent="0">
                  <a:lnSpc>
                    <a:spcPct val="90000"/>
                  </a:lnSpc>
                  <a:buNone/>
                </a:pP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Για το 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WACC 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χρησιμοποιήσαμε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1400" b="1" dirty="0"/>
                  <a:t>Cost of Equity (Ke) – </a:t>
                </a:r>
                <a:r>
                  <a:rPr lang="el-GR" sz="1400" b="1" dirty="0"/>
                  <a:t>μέσω</a:t>
                </a:r>
                <a:r>
                  <a:rPr lang="en-US" sz="1400" b="1" dirty="0"/>
                  <a:t> CAPM</a:t>
                </a:r>
                <a:r>
                  <a:rPr lang="el-GR" sz="1400" dirty="0"/>
                  <a:t>: Ω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ς 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risk free rate (Rf) 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χρησιμοποιήθηκε η τρέχουσα απόδοση του 10ετούς ελληνικού κρατικού ομολόγου και ως 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market return (Rm) 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χρησιμοποιήθηκε η εκτιμώμενη απόδοση της αγοράς, η οποία προσεγγίστηκε μέσω του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E</m:t>
                        </m:r>
                      </m:den>
                    </m:f>
                  </m:oMath>
                </a14:m>
                <a:r>
                  <a:rPr lang="en-US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του δείκτη Α</a:t>
                </a:r>
                <a:r>
                  <a:rPr lang="en-US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TG </a:t>
                </a:r>
                <a:r>
                  <a:rPr lang="el-GR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(σταθμισμένο </a:t>
                </a:r>
                <a:r>
                  <a:rPr lang="en-US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P/E </a:t>
                </a:r>
                <a:r>
                  <a:rPr lang="el-GR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των συμμετεχόντων εταιρειών ανάλογα με το </a:t>
                </a:r>
                <a:r>
                  <a:rPr lang="en-US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market cap)</a:t>
                </a:r>
                <a:r>
                  <a:rPr lang="el-GR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560400" lvl="7" indent="0">
                  <a:lnSpc>
                    <a:spcPct val="90000"/>
                  </a:lnSpc>
                  <a:buNone/>
                </a:pP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Rf = 3.47% - Rm =15.42% MRP = 11.96% </a:t>
                </a:r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 = 9.91%</a:t>
                </a:r>
                <a:endParaRPr lang="el-GR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 of Dept (</a:t>
                </a:r>
                <a:r>
                  <a:rPr lang="en-US" sz="1400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Kd</a:t>
                </a:r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χρησιμοποιήσαμε το ποσοστό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𝑖𝑛𝑡𝑒𝑟𝑒𝑠𝑡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𝑝𝑎𝑖𝑑</m:t>
                        </m:r>
                      </m:e>
                    </m:d>
                    <m:r>
                      <m:rPr>
                        <m:lit/>
                      </m:rPr>
                      <a:rPr lang="en-US" sz="1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𝑡𝑜𝑡𝑎𝑙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𝑑𝑒𝑝𝑡</m:t>
                        </m:r>
                      </m:e>
                    </m:d>
                  </m:oMath>
                </a14:m>
                <a:r>
                  <a:rPr lang="en-US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</a:t>
                </a:r>
                <a:r>
                  <a:rPr lang="en-US" sz="1400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Kd</a:t>
                </a:r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5.56%]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Tax Rate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χρησιμοποιήσαμε το </a:t>
                </a:r>
                <a:r>
                  <a:rPr lang="el-GR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22%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το οποίο χρησιμοποιείται και στους ισολογισμούς της εταιρείας (παρά το γεγονός ότι σε ορισμένα έτη υφίστανται φορολογικές απαλλαγές από έκτακτες δράσεις, π.χ. δωρεές).</a:t>
                </a:r>
              </a:p>
              <a:p>
                <a:pPr>
                  <a:lnSpc>
                    <a:spcPct val="90000"/>
                  </a:lnSpc>
                </a:pP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Για τα δεδομένα της εταιρείας χρησιμοποιήσαμε τα πιο πρόσφατα που μπορούσαμε να έχουμε 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ισολογισμός &amp; ΚΑΧ 2024) (πχ για το 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 of dept)</a:t>
                </a:r>
                <a:endParaRPr lang="el-GR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6900" indent="0">
                  <a:lnSpc>
                    <a:spcPct val="90000"/>
                  </a:lnSpc>
                  <a:buNone/>
                </a:pPr>
                <a:r>
                  <a:rPr lang="el-GR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Αποτέλεσμα: </a:t>
                </a:r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WACC = 9.859%</a:t>
                </a:r>
              </a:p>
              <a:p>
                <a:pPr marL="36900" indent="0">
                  <a:lnSpc>
                    <a:spcPct val="90000"/>
                  </a:lnSpc>
                  <a:buNone/>
                </a:pPr>
                <a:r>
                  <a:rPr lang="el-GR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Σχόλια:</a:t>
                </a:r>
              </a:p>
              <a:p>
                <a:pPr marL="36900" indent="0">
                  <a:lnSpc>
                    <a:spcPct val="90000"/>
                  </a:lnSpc>
                  <a:buNone/>
                </a:pP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Το WACC της εταιρείας αντανακλά τη χαμηλή δανειακή </a:t>
                </a:r>
                <a:r>
                  <a:rPr lang="el-GR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μόχλευση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και το γεγονός ότι το μεγαλύτερο μέρος της χρηματοδότησης προέρχεται από τα ίδια κεφάλαια. Παρότι το κόστος δανεισμού (</a:t>
                </a:r>
                <a:r>
                  <a:rPr lang="el-GR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Kd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είναι χαμηλότερο από το κόστος ιδίων κεφαλαίων (</a:t>
                </a:r>
                <a:r>
                  <a:rPr lang="el-GR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</a:t>
                </a:r>
                <a:r>
                  <a:rPr lang="el-G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), η περιορισμένη χρήση δανεισμού δεν επιτρέπει σημαντικό περαιτέρω μείωση του WACC. Συνολικά, η τιμή αυτή υποδηλώνει σχετικά χαμηλό προφίλ κινδύνου για την εταιρεία.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CA703C-A634-15D1-82EC-88E510D875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33502" y="1412241"/>
                <a:ext cx="10096498" cy="4629122"/>
              </a:xfrm>
              <a:blipFill>
                <a:blip r:embed="rId2"/>
                <a:stretch>
                  <a:fillRect t="-659" r="-181" b="-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50069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120</TotalTime>
  <Words>577</Words>
  <Application>Microsoft Office PowerPoint</Application>
  <PresentationFormat>Widescreen</PresentationFormat>
  <Paragraphs>59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Cambria Math</vt:lpstr>
      <vt:lpstr>Times New Roman</vt:lpstr>
      <vt:lpstr>Trebuchet MS</vt:lpstr>
      <vt:lpstr>Wingdings 3</vt:lpstr>
      <vt:lpstr>Facet</vt:lpstr>
      <vt:lpstr>ΚΡΙ-ΚΡΙ Α.Β.Ε.Ε.</vt:lpstr>
      <vt:lpstr>Συντελεστής beta</vt:lpstr>
      <vt:lpstr>PowerPoint Presentation</vt:lpstr>
      <vt:lpstr>PowerPoint Presentation</vt:lpstr>
      <vt:lpstr>PowerPoint Presentation</vt:lpstr>
      <vt:lpstr>WACC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Kostas Koutsompinas</dc:creator>
  <cp:lastModifiedBy>Konstantinos Koutsompinas</cp:lastModifiedBy>
  <cp:revision>23</cp:revision>
  <dcterms:created xsi:type="dcterms:W3CDTF">2025-07-23T00:59:00Z</dcterms:created>
  <dcterms:modified xsi:type="dcterms:W3CDTF">2025-12-29T18:46:11Z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2052-12.1.0.21915</vt:lpwstr>
  </property>
</Properties>
</file>