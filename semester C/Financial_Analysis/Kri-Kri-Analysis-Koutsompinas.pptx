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1" autoAdjust="0"/>
    <p:restoredTop sz="94660"/>
  </p:normalViewPr>
  <p:slideViewPr>
    <p:cSldViewPr snapToGrid="0" showGuides="1">
      <p:cViewPr varScale="1">
        <p:scale>
          <a:sx n="53" d="100"/>
          <a:sy n="53" d="100"/>
        </p:scale>
        <p:origin x="180" y="5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WPS 演示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Arial</vt:lpstr>
      <vt:lpstr>宋体</vt:lpstr>
      <vt:lpstr>Wingdings</vt:lpstr>
      <vt:lpstr>Office Theme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>Kostas Koutsompinas</dc:creator>
  <cp:lastModifiedBy> </cp:lastModifiedBy>
  <cp:revision>2</cp:revision>
  <dcterms:created xsi:type="dcterms:W3CDTF">2025-07-23T00:59:00Z</dcterms:created>
  <dcterms:modified xsi:type="dcterms:W3CDTF">2025-07-23T01:00:56Z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53D98EA922644B478A13410A32A3BB50_13</vt:lpwstr>
  </property>
  <property fmtid="{D5CDD505-2E9C-101B-9397-08002B2CF9AE}" pid="3" name="KSOProductBuildVer">
    <vt:lpwstr>2052-12.1.0.21915</vt:lpwstr>
  </property>
</Properties>
</file>